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18"/>
  </p:notesMasterIdLst>
  <p:handoutMasterIdLst>
    <p:handoutMasterId r:id="rId19"/>
  </p:handoutMasterIdLst>
  <p:sldIdLst>
    <p:sldId id="257" r:id="rId5"/>
    <p:sldId id="375" r:id="rId6"/>
    <p:sldId id="381" r:id="rId7"/>
    <p:sldId id="390" r:id="rId8"/>
    <p:sldId id="391" r:id="rId9"/>
    <p:sldId id="392" r:id="rId10"/>
    <p:sldId id="393" r:id="rId11"/>
    <p:sldId id="394" r:id="rId12"/>
    <p:sldId id="395" r:id="rId13"/>
    <p:sldId id="396" r:id="rId14"/>
    <p:sldId id="397" r:id="rId15"/>
    <p:sldId id="398" r:id="rId16"/>
    <p:sldId id="39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0A42BE-D8A9-5553-988A-7442DE4A4080}" name="Andrei Rizea" initials="AR" userId="S::andrei.rizea@itsmartsystems.eu::717dec01-bfe8-423d-83a1-0cd626eacbc5" providerId="AD"/>
  <p188:author id="{6302D0CC-D211-AD5F-4BAF-849B5CD701C9}" name="Aurel Nica" initials="AN" userId="S::aurel.nica@itsmartsystems.eu::de53102f-bbc4-4232-88db-c95b7b8da84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C0"/>
    <a:srgbClr val="0298E3"/>
    <a:srgbClr val="00A0EC"/>
    <a:srgbClr val="194EA5"/>
    <a:srgbClr val="1D48A1"/>
    <a:srgbClr val="2B3595"/>
    <a:srgbClr val="F0F0F0"/>
    <a:srgbClr val="0C61B1"/>
    <a:srgbClr val="BEE3FA"/>
    <a:srgbClr val="03A2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0D4EAE-D426-864C-AAE2-6A0FD73A0948}" v="186" dt="2025-07-25T07:49:37.6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886" y="132"/>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F10679-3316-413A-9863-1E04F053F67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F9818E8-12EC-42DC-BAAA-8345BDB8C5CE}">
      <dgm:prSet/>
      <dgm:spPr/>
      <dgm:t>
        <a:bodyPr/>
        <a:lstStyle/>
        <a:p>
          <a:r>
            <a:rPr lang="en-US"/>
            <a:t>Formatting should be consistent across your project</a:t>
          </a:r>
        </a:p>
      </dgm:t>
    </dgm:pt>
    <dgm:pt modelId="{BFA4D065-DBAA-4FAA-B885-E958BE6090AA}" type="parTrans" cxnId="{F860FDD5-D95C-4550-A1A0-1222AF74CE46}">
      <dgm:prSet/>
      <dgm:spPr/>
      <dgm:t>
        <a:bodyPr/>
        <a:lstStyle/>
        <a:p>
          <a:endParaRPr lang="en-US"/>
        </a:p>
      </dgm:t>
    </dgm:pt>
    <dgm:pt modelId="{96E03411-DA05-4D20-82FD-2C8CEBCF92D5}" type="sibTrans" cxnId="{F860FDD5-D95C-4550-A1A0-1222AF74CE46}">
      <dgm:prSet/>
      <dgm:spPr/>
      <dgm:t>
        <a:bodyPr/>
        <a:lstStyle/>
        <a:p>
          <a:endParaRPr lang="en-US"/>
        </a:p>
      </dgm:t>
    </dgm:pt>
    <dgm:pt modelId="{1C3D16ED-17A7-45E6-88E9-7B1EEC5DEF7C}">
      <dgm:prSet/>
      <dgm:spPr/>
      <dgm:t>
        <a:bodyPr/>
        <a:lstStyle/>
        <a:p>
          <a:r>
            <a:rPr lang="en-US"/>
            <a:t>Keep in mind that there are multiple “coding styles”</a:t>
          </a:r>
        </a:p>
      </dgm:t>
    </dgm:pt>
    <dgm:pt modelId="{169038C4-A32E-42D6-9854-64A4FFFB2FD3}" type="parTrans" cxnId="{C1C1F4F2-E867-4B2C-934C-3CD190C12086}">
      <dgm:prSet/>
      <dgm:spPr/>
      <dgm:t>
        <a:bodyPr/>
        <a:lstStyle/>
        <a:p>
          <a:endParaRPr lang="en-US"/>
        </a:p>
      </dgm:t>
    </dgm:pt>
    <dgm:pt modelId="{C001BEAD-DB86-42F2-8FD9-F8DA18F1FFC6}" type="sibTrans" cxnId="{C1C1F4F2-E867-4B2C-934C-3CD190C12086}">
      <dgm:prSet/>
      <dgm:spPr/>
      <dgm:t>
        <a:bodyPr/>
        <a:lstStyle/>
        <a:p>
          <a:endParaRPr lang="en-US"/>
        </a:p>
      </dgm:t>
    </dgm:pt>
    <dgm:pt modelId="{EFBFE891-33C9-4B5F-8DB1-33F072090934}">
      <dgm:prSet/>
      <dgm:spPr/>
      <dgm:t>
        <a:bodyPr/>
        <a:lstStyle/>
        <a:p>
          <a:r>
            <a:rPr lang="en-US" dirty="0"/>
            <a:t>Most of the times, unless your colleagues are writing code without any sort of rules, you must and will adhere to a common coding style and formatting rules used withing your team/company</a:t>
          </a:r>
        </a:p>
      </dgm:t>
    </dgm:pt>
    <dgm:pt modelId="{89AEF77B-A8D3-4C88-BA4E-634073EE9BB0}" type="parTrans" cxnId="{262930ED-A097-4345-B4FB-6259B2C48240}">
      <dgm:prSet/>
      <dgm:spPr/>
      <dgm:t>
        <a:bodyPr/>
        <a:lstStyle/>
        <a:p>
          <a:endParaRPr lang="en-US"/>
        </a:p>
      </dgm:t>
    </dgm:pt>
    <dgm:pt modelId="{145018E5-DBDA-48F2-B79B-60394C754182}" type="sibTrans" cxnId="{262930ED-A097-4345-B4FB-6259B2C48240}">
      <dgm:prSet/>
      <dgm:spPr/>
      <dgm:t>
        <a:bodyPr/>
        <a:lstStyle/>
        <a:p>
          <a:endParaRPr lang="en-US"/>
        </a:p>
      </dgm:t>
    </dgm:pt>
    <dgm:pt modelId="{5D945889-84E2-4634-8897-85533AFF8A15}" type="pres">
      <dgm:prSet presAssocID="{56F10679-3316-413A-9863-1E04F053F677}" presName="root" presStyleCnt="0">
        <dgm:presLayoutVars>
          <dgm:dir/>
          <dgm:resizeHandles val="exact"/>
        </dgm:presLayoutVars>
      </dgm:prSet>
      <dgm:spPr/>
    </dgm:pt>
    <dgm:pt modelId="{96C735F8-FA38-41BA-8CE4-8A0156565DD4}" type="pres">
      <dgm:prSet presAssocID="{2F9818E8-12EC-42DC-BAAA-8345BDB8C5CE}" presName="compNode" presStyleCnt="0"/>
      <dgm:spPr/>
    </dgm:pt>
    <dgm:pt modelId="{DF906DB6-38C2-48D3-A4AB-B34A3AE9C525}" type="pres">
      <dgm:prSet presAssocID="{2F9818E8-12EC-42DC-BAAA-8345BDB8C5C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093B3604-0D26-4456-84EA-429E4DC6DB38}" type="pres">
      <dgm:prSet presAssocID="{2F9818E8-12EC-42DC-BAAA-8345BDB8C5CE}" presName="spaceRect" presStyleCnt="0"/>
      <dgm:spPr/>
    </dgm:pt>
    <dgm:pt modelId="{2C97343A-BD1A-4564-9F54-0746392D14E7}" type="pres">
      <dgm:prSet presAssocID="{2F9818E8-12EC-42DC-BAAA-8345BDB8C5CE}" presName="textRect" presStyleLbl="revTx" presStyleIdx="0" presStyleCnt="3">
        <dgm:presLayoutVars>
          <dgm:chMax val="1"/>
          <dgm:chPref val="1"/>
        </dgm:presLayoutVars>
      </dgm:prSet>
      <dgm:spPr/>
    </dgm:pt>
    <dgm:pt modelId="{6928D32D-C348-47AF-9305-99EBA22303FB}" type="pres">
      <dgm:prSet presAssocID="{96E03411-DA05-4D20-82FD-2C8CEBCF92D5}" presName="sibTrans" presStyleCnt="0"/>
      <dgm:spPr/>
    </dgm:pt>
    <dgm:pt modelId="{F781EBCF-2ACE-48AF-90AB-98E1B78B4A16}" type="pres">
      <dgm:prSet presAssocID="{1C3D16ED-17A7-45E6-88E9-7B1EEC5DEF7C}" presName="compNode" presStyleCnt="0"/>
      <dgm:spPr/>
    </dgm:pt>
    <dgm:pt modelId="{D078CF61-11A7-4C77-8FA0-DD4E829F4252}" type="pres">
      <dgm:prSet presAssocID="{1C3D16ED-17A7-45E6-88E9-7B1EEC5DEF7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B70C4536-88B9-4048-A1F1-74BB477C34CB}" type="pres">
      <dgm:prSet presAssocID="{1C3D16ED-17A7-45E6-88E9-7B1EEC5DEF7C}" presName="spaceRect" presStyleCnt="0"/>
      <dgm:spPr/>
    </dgm:pt>
    <dgm:pt modelId="{AD3EADD4-D903-4E62-8A61-58F277799D91}" type="pres">
      <dgm:prSet presAssocID="{1C3D16ED-17A7-45E6-88E9-7B1EEC5DEF7C}" presName="textRect" presStyleLbl="revTx" presStyleIdx="1" presStyleCnt="3">
        <dgm:presLayoutVars>
          <dgm:chMax val="1"/>
          <dgm:chPref val="1"/>
        </dgm:presLayoutVars>
      </dgm:prSet>
      <dgm:spPr/>
    </dgm:pt>
    <dgm:pt modelId="{D383FACA-0699-4E92-B21F-9E65ACF72BD3}" type="pres">
      <dgm:prSet presAssocID="{C001BEAD-DB86-42F2-8FD9-F8DA18F1FFC6}" presName="sibTrans" presStyleCnt="0"/>
      <dgm:spPr/>
    </dgm:pt>
    <dgm:pt modelId="{61DA4630-8A07-4717-A8B6-D2967BB8C1BD}" type="pres">
      <dgm:prSet presAssocID="{EFBFE891-33C9-4B5F-8DB1-33F072090934}" presName="compNode" presStyleCnt="0"/>
      <dgm:spPr/>
    </dgm:pt>
    <dgm:pt modelId="{0FAF158C-9690-44D2-8D8E-F4810896B6D0}" type="pres">
      <dgm:prSet presAssocID="{EFBFE891-33C9-4B5F-8DB1-33F07209093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otes"/>
        </a:ext>
      </dgm:extLst>
    </dgm:pt>
    <dgm:pt modelId="{C1B4687A-4159-42F3-A2A9-FC2014DE2F1D}" type="pres">
      <dgm:prSet presAssocID="{EFBFE891-33C9-4B5F-8DB1-33F072090934}" presName="spaceRect" presStyleCnt="0"/>
      <dgm:spPr/>
    </dgm:pt>
    <dgm:pt modelId="{38E8367B-13D1-4E5A-B530-0315B173A4D2}" type="pres">
      <dgm:prSet presAssocID="{EFBFE891-33C9-4B5F-8DB1-33F072090934}" presName="textRect" presStyleLbl="revTx" presStyleIdx="2" presStyleCnt="3">
        <dgm:presLayoutVars>
          <dgm:chMax val="1"/>
          <dgm:chPref val="1"/>
        </dgm:presLayoutVars>
      </dgm:prSet>
      <dgm:spPr/>
    </dgm:pt>
  </dgm:ptLst>
  <dgm:cxnLst>
    <dgm:cxn modelId="{51EE4318-83C7-4FFF-9F9B-CFF1DAEBA6AF}" type="presOf" srcId="{56F10679-3316-413A-9863-1E04F053F677}" destId="{5D945889-84E2-4634-8897-85533AFF8A15}" srcOrd="0" destOrd="0" presId="urn:microsoft.com/office/officeart/2018/2/layout/IconLabelList"/>
    <dgm:cxn modelId="{EADDE98D-A09E-4206-B0D5-0F32B95739BF}" type="presOf" srcId="{EFBFE891-33C9-4B5F-8DB1-33F072090934}" destId="{38E8367B-13D1-4E5A-B530-0315B173A4D2}" srcOrd="0" destOrd="0" presId="urn:microsoft.com/office/officeart/2018/2/layout/IconLabelList"/>
    <dgm:cxn modelId="{A1DE75B7-E063-43BC-871D-1D4883910766}" type="presOf" srcId="{1C3D16ED-17A7-45E6-88E9-7B1EEC5DEF7C}" destId="{AD3EADD4-D903-4E62-8A61-58F277799D91}" srcOrd="0" destOrd="0" presId="urn:microsoft.com/office/officeart/2018/2/layout/IconLabelList"/>
    <dgm:cxn modelId="{F860FDD5-D95C-4550-A1A0-1222AF74CE46}" srcId="{56F10679-3316-413A-9863-1E04F053F677}" destId="{2F9818E8-12EC-42DC-BAAA-8345BDB8C5CE}" srcOrd="0" destOrd="0" parTransId="{BFA4D065-DBAA-4FAA-B885-E958BE6090AA}" sibTransId="{96E03411-DA05-4D20-82FD-2C8CEBCF92D5}"/>
    <dgm:cxn modelId="{262930ED-A097-4345-B4FB-6259B2C48240}" srcId="{56F10679-3316-413A-9863-1E04F053F677}" destId="{EFBFE891-33C9-4B5F-8DB1-33F072090934}" srcOrd="2" destOrd="0" parTransId="{89AEF77B-A8D3-4C88-BA4E-634073EE9BB0}" sibTransId="{145018E5-DBDA-48F2-B79B-60394C754182}"/>
    <dgm:cxn modelId="{C1C1F4F2-E867-4B2C-934C-3CD190C12086}" srcId="{56F10679-3316-413A-9863-1E04F053F677}" destId="{1C3D16ED-17A7-45E6-88E9-7B1EEC5DEF7C}" srcOrd="1" destOrd="0" parTransId="{169038C4-A32E-42D6-9854-64A4FFFB2FD3}" sibTransId="{C001BEAD-DB86-42F2-8FD9-F8DA18F1FFC6}"/>
    <dgm:cxn modelId="{2BA27DFC-47BF-4AF8-BFF0-4899054D36A6}" type="presOf" srcId="{2F9818E8-12EC-42DC-BAAA-8345BDB8C5CE}" destId="{2C97343A-BD1A-4564-9F54-0746392D14E7}" srcOrd="0" destOrd="0" presId="urn:microsoft.com/office/officeart/2018/2/layout/IconLabelList"/>
    <dgm:cxn modelId="{5B2CB934-05C6-4F61-A306-9FE9F2829DB7}" type="presParOf" srcId="{5D945889-84E2-4634-8897-85533AFF8A15}" destId="{96C735F8-FA38-41BA-8CE4-8A0156565DD4}" srcOrd="0" destOrd="0" presId="urn:microsoft.com/office/officeart/2018/2/layout/IconLabelList"/>
    <dgm:cxn modelId="{F5FC7743-1509-470E-8979-67F45DA61F95}" type="presParOf" srcId="{96C735F8-FA38-41BA-8CE4-8A0156565DD4}" destId="{DF906DB6-38C2-48D3-A4AB-B34A3AE9C525}" srcOrd="0" destOrd="0" presId="urn:microsoft.com/office/officeart/2018/2/layout/IconLabelList"/>
    <dgm:cxn modelId="{116A43D5-88A5-4CC6-BD20-8B3FB4A5AA4C}" type="presParOf" srcId="{96C735F8-FA38-41BA-8CE4-8A0156565DD4}" destId="{093B3604-0D26-4456-84EA-429E4DC6DB38}" srcOrd="1" destOrd="0" presId="urn:microsoft.com/office/officeart/2018/2/layout/IconLabelList"/>
    <dgm:cxn modelId="{F3C47546-9BD1-4A8D-8F96-48C99A2E24D7}" type="presParOf" srcId="{96C735F8-FA38-41BA-8CE4-8A0156565DD4}" destId="{2C97343A-BD1A-4564-9F54-0746392D14E7}" srcOrd="2" destOrd="0" presId="urn:microsoft.com/office/officeart/2018/2/layout/IconLabelList"/>
    <dgm:cxn modelId="{B3424619-C60A-4607-AF66-21E7B0F016F0}" type="presParOf" srcId="{5D945889-84E2-4634-8897-85533AFF8A15}" destId="{6928D32D-C348-47AF-9305-99EBA22303FB}" srcOrd="1" destOrd="0" presId="urn:microsoft.com/office/officeart/2018/2/layout/IconLabelList"/>
    <dgm:cxn modelId="{B8CA77B4-4FEC-4AAF-B866-D464DDFE8A6C}" type="presParOf" srcId="{5D945889-84E2-4634-8897-85533AFF8A15}" destId="{F781EBCF-2ACE-48AF-90AB-98E1B78B4A16}" srcOrd="2" destOrd="0" presId="urn:microsoft.com/office/officeart/2018/2/layout/IconLabelList"/>
    <dgm:cxn modelId="{AC539F62-6A52-44C5-9EB2-449E3CC72E7A}" type="presParOf" srcId="{F781EBCF-2ACE-48AF-90AB-98E1B78B4A16}" destId="{D078CF61-11A7-4C77-8FA0-DD4E829F4252}" srcOrd="0" destOrd="0" presId="urn:microsoft.com/office/officeart/2018/2/layout/IconLabelList"/>
    <dgm:cxn modelId="{C460E232-1BA5-4925-AC1E-B5B1539F612B}" type="presParOf" srcId="{F781EBCF-2ACE-48AF-90AB-98E1B78B4A16}" destId="{B70C4536-88B9-4048-A1F1-74BB477C34CB}" srcOrd="1" destOrd="0" presId="urn:microsoft.com/office/officeart/2018/2/layout/IconLabelList"/>
    <dgm:cxn modelId="{40CD43E1-09D4-489B-850F-3434DE776A02}" type="presParOf" srcId="{F781EBCF-2ACE-48AF-90AB-98E1B78B4A16}" destId="{AD3EADD4-D903-4E62-8A61-58F277799D91}" srcOrd="2" destOrd="0" presId="urn:microsoft.com/office/officeart/2018/2/layout/IconLabelList"/>
    <dgm:cxn modelId="{722BB77E-19DF-4A56-A2D2-8DB692D7E6C5}" type="presParOf" srcId="{5D945889-84E2-4634-8897-85533AFF8A15}" destId="{D383FACA-0699-4E92-B21F-9E65ACF72BD3}" srcOrd="3" destOrd="0" presId="urn:microsoft.com/office/officeart/2018/2/layout/IconLabelList"/>
    <dgm:cxn modelId="{1556174F-27F9-4F1E-B4E3-BA34982670E4}" type="presParOf" srcId="{5D945889-84E2-4634-8897-85533AFF8A15}" destId="{61DA4630-8A07-4717-A8B6-D2967BB8C1BD}" srcOrd="4" destOrd="0" presId="urn:microsoft.com/office/officeart/2018/2/layout/IconLabelList"/>
    <dgm:cxn modelId="{3D639F39-3E66-434E-A6C4-852042FEF7E7}" type="presParOf" srcId="{61DA4630-8A07-4717-A8B6-D2967BB8C1BD}" destId="{0FAF158C-9690-44D2-8D8E-F4810896B6D0}" srcOrd="0" destOrd="0" presId="urn:microsoft.com/office/officeart/2018/2/layout/IconLabelList"/>
    <dgm:cxn modelId="{D91509E2-0391-4849-8973-21B4159E47D1}" type="presParOf" srcId="{61DA4630-8A07-4717-A8B6-D2967BB8C1BD}" destId="{C1B4687A-4159-42F3-A2A9-FC2014DE2F1D}" srcOrd="1" destOrd="0" presId="urn:microsoft.com/office/officeart/2018/2/layout/IconLabelList"/>
    <dgm:cxn modelId="{09689727-96FC-46F8-A704-6BCA0ABFFBF6}" type="presParOf" srcId="{61DA4630-8A07-4717-A8B6-D2967BB8C1BD}" destId="{38E8367B-13D1-4E5A-B530-0315B173A4D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906DB6-38C2-48D3-A4AB-B34A3AE9C525}">
      <dsp:nvSpPr>
        <dsp:cNvPr id="0" name=""/>
        <dsp:cNvSpPr/>
      </dsp:nvSpPr>
      <dsp:spPr>
        <a:xfrm>
          <a:off x="938072" y="425888"/>
          <a:ext cx="1449518" cy="14495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97343A-BD1A-4564-9F54-0746392D14E7}">
      <dsp:nvSpPr>
        <dsp:cNvPr id="0" name=""/>
        <dsp:cNvSpPr/>
      </dsp:nvSpPr>
      <dsp:spPr>
        <a:xfrm>
          <a:off x="52256"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Formatting should be consistent across your project</a:t>
          </a:r>
        </a:p>
      </dsp:txBody>
      <dsp:txXfrm>
        <a:off x="52256" y="2258388"/>
        <a:ext cx="3221151" cy="720000"/>
      </dsp:txXfrm>
    </dsp:sp>
    <dsp:sp modelId="{D078CF61-11A7-4C77-8FA0-DD4E829F4252}">
      <dsp:nvSpPr>
        <dsp:cNvPr id="0" name=""/>
        <dsp:cNvSpPr/>
      </dsp:nvSpPr>
      <dsp:spPr>
        <a:xfrm>
          <a:off x="4722925" y="425888"/>
          <a:ext cx="1449518" cy="14495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3EADD4-D903-4E62-8A61-58F277799D91}">
      <dsp:nvSpPr>
        <dsp:cNvPr id="0" name=""/>
        <dsp:cNvSpPr/>
      </dsp:nvSpPr>
      <dsp:spPr>
        <a:xfrm>
          <a:off x="3837109"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Keep in mind that there are multiple “coding styles”</a:t>
          </a:r>
        </a:p>
      </dsp:txBody>
      <dsp:txXfrm>
        <a:off x="3837109" y="2258388"/>
        <a:ext cx="3221151" cy="720000"/>
      </dsp:txXfrm>
    </dsp:sp>
    <dsp:sp modelId="{0FAF158C-9690-44D2-8D8E-F4810896B6D0}">
      <dsp:nvSpPr>
        <dsp:cNvPr id="0" name=""/>
        <dsp:cNvSpPr/>
      </dsp:nvSpPr>
      <dsp:spPr>
        <a:xfrm>
          <a:off x="8507778" y="425888"/>
          <a:ext cx="1449518" cy="14495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E8367B-13D1-4E5A-B530-0315B173A4D2}">
      <dsp:nvSpPr>
        <dsp:cNvPr id="0" name=""/>
        <dsp:cNvSpPr/>
      </dsp:nvSpPr>
      <dsp:spPr>
        <a:xfrm>
          <a:off x="7621962"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Most of the times, unless your colleagues are writing code without any sort of rules, you must and will adhere to a common coding style and formatting rules used withing your team/company</a:t>
          </a:r>
        </a:p>
      </dsp:txBody>
      <dsp:txXfrm>
        <a:off x="7621962" y="2258388"/>
        <a:ext cx="3221151"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D56BA5-B659-006C-29E2-FC75A17D468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ACB57B1-AAC1-97DE-E2A6-1B61871D72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F053B8-80AE-4DAF-8C37-151CAE98F266}" type="datetimeFigureOut">
              <a:rPr lang="en-US" smtClean="0"/>
              <a:t>27/09/2025</a:t>
            </a:fld>
            <a:endParaRPr lang="en-US"/>
          </a:p>
        </p:txBody>
      </p:sp>
      <p:sp>
        <p:nvSpPr>
          <p:cNvPr id="4" name="Footer Placeholder 3">
            <a:extLst>
              <a:ext uri="{FF2B5EF4-FFF2-40B4-BE49-F238E27FC236}">
                <a16:creationId xmlns:a16="http://schemas.microsoft.com/office/drawing/2014/main" id="{6265149A-136C-319A-BB73-82FDE2EBE80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86CD9D0-8A85-5793-F877-422D888733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80CEB6-53BA-4E15-89ED-932D829F0FAF}" type="slidenum">
              <a:rPr lang="en-US" smtClean="0"/>
              <a:t>‹#›</a:t>
            </a:fld>
            <a:endParaRPr lang="en-US"/>
          </a:p>
        </p:txBody>
      </p:sp>
    </p:spTree>
    <p:extLst>
      <p:ext uri="{BB962C8B-B14F-4D97-AF65-F5344CB8AC3E}">
        <p14:creationId xmlns:p14="http://schemas.microsoft.com/office/powerpoint/2010/main" val="33423411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922FDA-22DD-44E3-AF8C-2DE3156E25CB}" type="datetimeFigureOut">
              <a:rPr lang="en-US" smtClean="0"/>
              <a:t>27/09/2025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32559-C416-46EC-BE00-2A3C4502CB50}" type="slidenum">
              <a:rPr lang="en-US" smtClean="0"/>
              <a:t>‹#›</a:t>
            </a:fld>
            <a:endParaRPr lang="en-US"/>
          </a:p>
        </p:txBody>
      </p:sp>
    </p:spTree>
    <p:extLst>
      <p:ext uri="{BB962C8B-B14F-4D97-AF65-F5344CB8AC3E}">
        <p14:creationId xmlns:p14="http://schemas.microsoft.com/office/powerpoint/2010/main" val="279548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A32559-C416-46EC-BE00-2A3C4502CB50}" type="slidenum">
              <a:rPr lang="en-US" smtClean="0"/>
              <a:t>1</a:t>
            </a:fld>
            <a:endParaRPr lang="en-US"/>
          </a:p>
        </p:txBody>
      </p:sp>
    </p:spTree>
    <p:extLst>
      <p:ext uri="{BB962C8B-B14F-4D97-AF65-F5344CB8AC3E}">
        <p14:creationId xmlns:p14="http://schemas.microsoft.com/office/powerpoint/2010/main" val="3801277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32559-C416-46EC-BE00-2A3C4502CB50}" type="slidenum">
              <a:rPr lang="en-US" smtClean="0"/>
              <a:t>2</a:t>
            </a:fld>
            <a:endParaRPr lang="en-US"/>
          </a:p>
        </p:txBody>
      </p:sp>
    </p:spTree>
    <p:extLst>
      <p:ext uri="{BB962C8B-B14F-4D97-AF65-F5344CB8AC3E}">
        <p14:creationId xmlns:p14="http://schemas.microsoft.com/office/powerpoint/2010/main" val="2903969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467DA-F195-AA12-0355-BD3C59FDE3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31283-A6CF-6259-D549-0B809373E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CFBD9-6F63-E7C4-EEE1-3AA47ABB8D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A12C3B-9C8A-2B0D-C1F0-15A32568D0A9}"/>
              </a:ext>
            </a:extLst>
          </p:cNvPr>
          <p:cNvSpPr>
            <a:spLocks noGrp="1"/>
          </p:cNvSpPr>
          <p:nvPr>
            <p:ph type="sldNum" sz="quarter" idx="5"/>
          </p:nvPr>
        </p:nvSpPr>
        <p:spPr/>
        <p:txBody>
          <a:bodyPr/>
          <a:lstStyle/>
          <a:p>
            <a:fld id="{A9A32559-C416-46EC-BE00-2A3C4502CB50}" type="slidenum">
              <a:rPr lang="en-US" smtClean="0"/>
              <a:t>3</a:t>
            </a:fld>
            <a:endParaRPr lang="en-US"/>
          </a:p>
        </p:txBody>
      </p:sp>
    </p:spTree>
    <p:extLst>
      <p:ext uri="{BB962C8B-B14F-4D97-AF65-F5344CB8AC3E}">
        <p14:creationId xmlns:p14="http://schemas.microsoft.com/office/powerpoint/2010/main" val="1106377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E498E-C547-B12A-A9AE-7BE99C42E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6430A-FA6A-C864-C93E-DCF4A7B4F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24FEE-4FCD-39AB-9E0F-EABB5A2407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0F8347-247E-FE9B-DD45-27323BAD55E6}"/>
              </a:ext>
            </a:extLst>
          </p:cNvPr>
          <p:cNvSpPr>
            <a:spLocks noGrp="1"/>
          </p:cNvSpPr>
          <p:nvPr>
            <p:ph type="sldNum" sz="quarter" idx="5"/>
          </p:nvPr>
        </p:nvSpPr>
        <p:spPr/>
        <p:txBody>
          <a:bodyPr/>
          <a:lstStyle/>
          <a:p>
            <a:fld id="{A9A32559-C416-46EC-BE00-2A3C4502CB50}" type="slidenum">
              <a:rPr lang="en-US" smtClean="0"/>
              <a:t>4</a:t>
            </a:fld>
            <a:endParaRPr lang="en-US"/>
          </a:p>
        </p:txBody>
      </p:sp>
    </p:spTree>
    <p:extLst>
      <p:ext uri="{BB962C8B-B14F-4D97-AF65-F5344CB8AC3E}">
        <p14:creationId xmlns:p14="http://schemas.microsoft.com/office/powerpoint/2010/main" val="117964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678C-3593-5B3A-4888-405C587AA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B3F27-64F9-8996-8CA4-78F1802A6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05CEC-227E-DD11-0810-987F7BF366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186553-165F-1AA5-52AF-2F6BDF504145}"/>
              </a:ext>
            </a:extLst>
          </p:cNvPr>
          <p:cNvSpPr>
            <a:spLocks noGrp="1"/>
          </p:cNvSpPr>
          <p:nvPr>
            <p:ph type="sldNum" sz="quarter" idx="5"/>
          </p:nvPr>
        </p:nvSpPr>
        <p:spPr/>
        <p:txBody>
          <a:bodyPr/>
          <a:lstStyle/>
          <a:p>
            <a:fld id="{A9A32559-C416-46EC-BE00-2A3C4502CB50}" type="slidenum">
              <a:rPr lang="en-US" smtClean="0"/>
              <a:t>5</a:t>
            </a:fld>
            <a:endParaRPr lang="en-US"/>
          </a:p>
        </p:txBody>
      </p:sp>
    </p:spTree>
    <p:extLst>
      <p:ext uri="{BB962C8B-B14F-4D97-AF65-F5344CB8AC3E}">
        <p14:creationId xmlns:p14="http://schemas.microsoft.com/office/powerpoint/2010/main" val="3738429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6DBF9-C0EE-D93A-58C9-84D11B8AB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6C576-EB79-B44E-655D-DE40F4B9F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CB87F-71B6-EF1C-3B41-77401ECB71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1BBD8C-C1B4-8969-62A3-553662ADB37F}"/>
              </a:ext>
            </a:extLst>
          </p:cNvPr>
          <p:cNvSpPr>
            <a:spLocks noGrp="1"/>
          </p:cNvSpPr>
          <p:nvPr>
            <p:ph type="sldNum" sz="quarter" idx="5"/>
          </p:nvPr>
        </p:nvSpPr>
        <p:spPr/>
        <p:txBody>
          <a:bodyPr/>
          <a:lstStyle/>
          <a:p>
            <a:fld id="{A9A32559-C416-46EC-BE00-2A3C4502CB50}" type="slidenum">
              <a:rPr lang="en-US" smtClean="0"/>
              <a:t>6</a:t>
            </a:fld>
            <a:endParaRPr lang="en-US"/>
          </a:p>
        </p:txBody>
      </p:sp>
    </p:spTree>
    <p:extLst>
      <p:ext uri="{BB962C8B-B14F-4D97-AF65-F5344CB8AC3E}">
        <p14:creationId xmlns:p14="http://schemas.microsoft.com/office/powerpoint/2010/main" val="71083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D54F-BCF2-05E5-F7CD-7EF7FBCAD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DBBA3-4C16-238B-7184-136F67152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F7406-9EB6-6504-D747-16A1F465B5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9953A0-1076-7D30-9188-D3DB854340F2}"/>
              </a:ext>
            </a:extLst>
          </p:cNvPr>
          <p:cNvSpPr>
            <a:spLocks noGrp="1"/>
          </p:cNvSpPr>
          <p:nvPr>
            <p:ph type="sldNum" sz="quarter" idx="5"/>
          </p:nvPr>
        </p:nvSpPr>
        <p:spPr/>
        <p:txBody>
          <a:bodyPr/>
          <a:lstStyle/>
          <a:p>
            <a:fld id="{A9A32559-C416-46EC-BE00-2A3C4502CB50}" type="slidenum">
              <a:rPr lang="en-US" smtClean="0"/>
              <a:t>7</a:t>
            </a:fld>
            <a:endParaRPr lang="en-US"/>
          </a:p>
        </p:txBody>
      </p:sp>
    </p:spTree>
    <p:extLst>
      <p:ext uri="{BB962C8B-B14F-4D97-AF65-F5344CB8AC3E}">
        <p14:creationId xmlns:p14="http://schemas.microsoft.com/office/powerpoint/2010/main" val="3389019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5D35-630E-9EC8-6EA8-67FBF9451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51213-41E4-4F34-C0AE-1EEE1221AE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6B60C-1945-1E7B-615D-BE012AC6A0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A6B196-6C22-2248-8D09-C5835004B3C5}"/>
              </a:ext>
            </a:extLst>
          </p:cNvPr>
          <p:cNvSpPr>
            <a:spLocks noGrp="1"/>
          </p:cNvSpPr>
          <p:nvPr>
            <p:ph type="sldNum" sz="quarter" idx="5"/>
          </p:nvPr>
        </p:nvSpPr>
        <p:spPr/>
        <p:txBody>
          <a:bodyPr/>
          <a:lstStyle/>
          <a:p>
            <a:fld id="{A9A32559-C416-46EC-BE00-2A3C4502CB50}" type="slidenum">
              <a:rPr lang="en-US" smtClean="0"/>
              <a:t>8</a:t>
            </a:fld>
            <a:endParaRPr lang="en-US"/>
          </a:p>
        </p:txBody>
      </p:sp>
    </p:spTree>
    <p:extLst>
      <p:ext uri="{BB962C8B-B14F-4D97-AF65-F5344CB8AC3E}">
        <p14:creationId xmlns:p14="http://schemas.microsoft.com/office/powerpoint/2010/main" val="3028511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A166-E6DE-EF81-9AB9-4C6195D6E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E2850-F8A4-51D4-3E61-9DDC48962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F52D0-10EB-1ABD-B24D-EA7D5EC5CB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181DF7-99C8-1740-5DE2-AC5E839912F0}"/>
              </a:ext>
            </a:extLst>
          </p:cNvPr>
          <p:cNvSpPr>
            <a:spLocks noGrp="1"/>
          </p:cNvSpPr>
          <p:nvPr>
            <p:ph type="sldNum" sz="quarter" idx="5"/>
          </p:nvPr>
        </p:nvSpPr>
        <p:spPr/>
        <p:txBody>
          <a:bodyPr/>
          <a:lstStyle/>
          <a:p>
            <a:fld id="{A9A32559-C416-46EC-BE00-2A3C4502CB50}" type="slidenum">
              <a:rPr lang="en-US" smtClean="0"/>
              <a:t>9</a:t>
            </a:fld>
            <a:endParaRPr lang="en-US"/>
          </a:p>
        </p:txBody>
      </p:sp>
    </p:spTree>
    <p:extLst>
      <p:ext uri="{BB962C8B-B14F-4D97-AF65-F5344CB8AC3E}">
        <p14:creationId xmlns:p14="http://schemas.microsoft.com/office/powerpoint/2010/main" val="2598580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7234-0866-3FA3-5E5F-D0207ACF9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1B15C-F9C6-9D9A-2EE5-8583677C8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1BDB4C-8EF5-0336-6CF1-6506D2A8C8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E93001-47EA-784F-D688-9AA60EFE1D0E}"/>
              </a:ext>
            </a:extLst>
          </p:cNvPr>
          <p:cNvSpPr>
            <a:spLocks noGrp="1"/>
          </p:cNvSpPr>
          <p:nvPr>
            <p:ph type="sldNum" sz="quarter" idx="5"/>
          </p:nvPr>
        </p:nvSpPr>
        <p:spPr/>
        <p:txBody>
          <a:bodyPr/>
          <a:lstStyle/>
          <a:p>
            <a:fld id="{A9A32559-C416-46EC-BE00-2A3C4502CB50}" type="slidenum">
              <a:rPr lang="en-US" smtClean="0"/>
              <a:t>10</a:t>
            </a:fld>
            <a:endParaRPr lang="en-US"/>
          </a:p>
        </p:txBody>
      </p:sp>
    </p:spTree>
    <p:extLst>
      <p:ext uri="{BB962C8B-B14F-4D97-AF65-F5344CB8AC3E}">
        <p14:creationId xmlns:p14="http://schemas.microsoft.com/office/powerpoint/2010/main" val="427055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F039B-3F23-3387-B8AB-AFB11F790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A77D4-F185-254D-0C76-E40798629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0D5EE3-0094-B016-E36E-E8889FF701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EC37DD-4313-7A7D-D162-CF82C58565C1}"/>
              </a:ext>
            </a:extLst>
          </p:cNvPr>
          <p:cNvSpPr>
            <a:spLocks noGrp="1"/>
          </p:cNvSpPr>
          <p:nvPr>
            <p:ph type="sldNum" sz="quarter" idx="5"/>
          </p:nvPr>
        </p:nvSpPr>
        <p:spPr/>
        <p:txBody>
          <a:bodyPr/>
          <a:lstStyle/>
          <a:p>
            <a:fld id="{A9A32559-C416-46EC-BE00-2A3C4502CB50}" type="slidenum">
              <a:rPr lang="en-US" smtClean="0"/>
              <a:t>11</a:t>
            </a:fld>
            <a:endParaRPr lang="en-US"/>
          </a:p>
        </p:txBody>
      </p:sp>
    </p:spTree>
    <p:extLst>
      <p:ext uri="{BB962C8B-B14F-4D97-AF65-F5344CB8AC3E}">
        <p14:creationId xmlns:p14="http://schemas.microsoft.com/office/powerpoint/2010/main" val="3166212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56A51-580C-D6B7-9F1A-9AFDFE2AA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6D178-41A2-8810-CB08-9BD978CB40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E76D2-1D33-33B2-95F9-D1F35CD27A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036C90-4798-D5D2-539B-7149035B7015}"/>
              </a:ext>
            </a:extLst>
          </p:cNvPr>
          <p:cNvSpPr>
            <a:spLocks noGrp="1"/>
          </p:cNvSpPr>
          <p:nvPr>
            <p:ph type="sldNum" sz="quarter" idx="5"/>
          </p:nvPr>
        </p:nvSpPr>
        <p:spPr/>
        <p:txBody>
          <a:bodyPr/>
          <a:lstStyle/>
          <a:p>
            <a:fld id="{A9A32559-C416-46EC-BE00-2A3C4502CB50}" type="slidenum">
              <a:rPr lang="en-US" smtClean="0"/>
              <a:t>12</a:t>
            </a:fld>
            <a:endParaRPr lang="en-US"/>
          </a:p>
        </p:txBody>
      </p:sp>
    </p:spTree>
    <p:extLst>
      <p:ext uri="{BB962C8B-B14F-4D97-AF65-F5344CB8AC3E}">
        <p14:creationId xmlns:p14="http://schemas.microsoft.com/office/powerpoint/2010/main" val="2462151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5C44E-F9CF-A342-10BC-955CFED1A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CEB68-9600-C4BA-507E-C965DB030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BC281-A8E9-5B82-0080-681723C68E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45E7F1-51F9-6B8F-1103-A5B1F1CAB69F}"/>
              </a:ext>
            </a:extLst>
          </p:cNvPr>
          <p:cNvSpPr>
            <a:spLocks noGrp="1"/>
          </p:cNvSpPr>
          <p:nvPr>
            <p:ph type="sldNum" sz="quarter" idx="5"/>
          </p:nvPr>
        </p:nvSpPr>
        <p:spPr/>
        <p:txBody>
          <a:bodyPr/>
          <a:lstStyle/>
          <a:p>
            <a:fld id="{A9A32559-C416-46EC-BE00-2A3C4502CB50}" type="slidenum">
              <a:rPr lang="en-US" smtClean="0"/>
              <a:t>13</a:t>
            </a:fld>
            <a:endParaRPr lang="en-US"/>
          </a:p>
        </p:txBody>
      </p:sp>
    </p:spTree>
    <p:extLst>
      <p:ext uri="{BB962C8B-B14F-4D97-AF65-F5344CB8AC3E}">
        <p14:creationId xmlns:p14="http://schemas.microsoft.com/office/powerpoint/2010/main" val="4905712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bg>
      <p:bgPr>
        <a:solidFill>
          <a:schemeClr val="bg1"/>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994ACE59-8E1F-F472-4030-C7DAAB70895A}"/>
              </a:ext>
            </a:extLst>
          </p:cNvPr>
          <p:cNvSpPr/>
          <p:nvPr userDrawn="1"/>
        </p:nvSpPr>
        <p:spPr>
          <a:xfrm>
            <a:off x="5289392" y="261232"/>
            <a:ext cx="6335533" cy="6335533"/>
          </a:xfrm>
          <a:prstGeom prst="ellipse">
            <a:avLst/>
          </a:prstGeom>
          <a:gradFill flip="none" rotWithShape="1">
            <a:gsLst>
              <a:gs pos="34000">
                <a:srgbClr val="0588D4"/>
              </a:gs>
              <a:gs pos="0">
                <a:srgbClr val="0298E3"/>
              </a:gs>
              <a:gs pos="75000">
                <a:srgbClr val="0C61B1"/>
              </a:gs>
              <a:gs pos="100000">
                <a:srgbClr val="2B3595"/>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8138D1A-C3A6-EC85-C434-F52EAC89C05C}"/>
              </a:ext>
            </a:extLst>
          </p:cNvPr>
          <p:cNvSpPr>
            <a:spLocks noGrp="1"/>
          </p:cNvSpPr>
          <p:nvPr>
            <p:ph type="ctrTitle" hasCustomPrompt="1"/>
          </p:nvPr>
        </p:nvSpPr>
        <p:spPr>
          <a:xfrm>
            <a:off x="975360" y="4000501"/>
            <a:ext cx="2537460" cy="1318259"/>
          </a:xfrm>
        </p:spPr>
        <p:txBody>
          <a:bodyPr anchor="t">
            <a:normAutofit/>
          </a:bodyPr>
          <a:lstStyle>
            <a:lvl1pPr algn="l">
              <a:lnSpc>
                <a:spcPts val="3200"/>
              </a:lnSpc>
              <a:defRPr sz="3200">
                <a:latin typeface="+mn-lt"/>
              </a:defRPr>
            </a:lvl1pPr>
          </a:lstStyle>
          <a:p>
            <a:r>
              <a:rPr lang="en-GB"/>
              <a:t>Your Gorgeous Title Here</a:t>
            </a:r>
            <a:endParaRPr lang="ro-RO"/>
          </a:p>
        </p:txBody>
      </p:sp>
      <p:sp>
        <p:nvSpPr>
          <p:cNvPr id="11" name="Oval 10">
            <a:extLst>
              <a:ext uri="{FF2B5EF4-FFF2-40B4-BE49-F238E27FC236}">
                <a16:creationId xmlns:a16="http://schemas.microsoft.com/office/drawing/2014/main" id="{00D7A55B-8097-49A8-C023-C3A35D8924B0}"/>
              </a:ext>
            </a:extLst>
          </p:cNvPr>
          <p:cNvSpPr/>
          <p:nvPr userDrawn="1"/>
        </p:nvSpPr>
        <p:spPr>
          <a:xfrm>
            <a:off x="6247821" y="838199"/>
            <a:ext cx="5181600" cy="5181600"/>
          </a:xfrm>
          <a:prstGeom prst="ellipse">
            <a:avLst/>
          </a:prstGeom>
          <a:blipFill>
            <a:blip r:embed="rId2"/>
            <a:stretch>
              <a:fillRect l="-33529" t="-38896" r="-71765" b="-326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D79AA82C-0D39-A067-4DAD-1439FCC5A0B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325" y="1807784"/>
            <a:ext cx="3629892" cy="1621216"/>
          </a:xfrm>
          <a:prstGeom prst="rect">
            <a:avLst/>
          </a:prstGeom>
        </p:spPr>
      </p:pic>
      <p:cxnSp>
        <p:nvCxnSpPr>
          <p:cNvPr id="6" name="Straight Connector 5">
            <a:extLst>
              <a:ext uri="{FF2B5EF4-FFF2-40B4-BE49-F238E27FC236}">
                <a16:creationId xmlns:a16="http://schemas.microsoft.com/office/drawing/2014/main" id="{6D227FB2-8D30-96D8-C335-0CF7B49E0866}"/>
              </a:ext>
            </a:extLst>
          </p:cNvPr>
          <p:cNvCxnSpPr/>
          <p:nvPr userDrawn="1"/>
        </p:nvCxnSpPr>
        <p:spPr>
          <a:xfrm>
            <a:off x="762579" y="3428999"/>
            <a:ext cx="2395220" cy="0"/>
          </a:xfrm>
          <a:prstGeom prst="line">
            <a:avLst/>
          </a:prstGeom>
          <a:ln w="12700" cap="rnd"/>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1520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4734-831F-1C4C-BBEB-904AFFD9DE54}"/>
              </a:ext>
            </a:extLst>
          </p:cNvPr>
          <p:cNvSpPr>
            <a:spLocks noGrp="1"/>
          </p:cNvSpPr>
          <p:nvPr>
            <p:ph type="title"/>
          </p:nvPr>
        </p:nvSpPr>
        <p:spPr>
          <a:xfrm>
            <a:off x="480061" y="1091821"/>
            <a:ext cx="11134184" cy="593680"/>
          </a:xfrm>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77920FE7-4EAC-254E-AA2E-AF380D16B8F5}"/>
              </a:ext>
            </a:extLst>
          </p:cNvPr>
          <p:cNvSpPr>
            <a:spLocks noGrp="1"/>
          </p:cNvSpPr>
          <p:nvPr>
            <p:ph idx="1"/>
          </p:nvPr>
        </p:nvSpPr>
        <p:spPr>
          <a:xfrm>
            <a:off x="480061" y="2647665"/>
            <a:ext cx="11134183" cy="3118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8" name="Slide Number Placeholder 5">
            <a:extLst>
              <a:ext uri="{FF2B5EF4-FFF2-40B4-BE49-F238E27FC236}">
                <a16:creationId xmlns:a16="http://schemas.microsoft.com/office/drawing/2014/main" id="{D80F77EE-AB20-E1FB-B6DD-5C8732A3AF93}"/>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4" name="Graphic 3">
            <a:extLst>
              <a:ext uri="{FF2B5EF4-FFF2-40B4-BE49-F238E27FC236}">
                <a16:creationId xmlns:a16="http://schemas.microsoft.com/office/drawing/2014/main" id="{4532ABB5-A77B-38C9-3274-C8B5D607DC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5" name="Straight Connector 4">
            <a:extLst>
              <a:ext uri="{FF2B5EF4-FFF2-40B4-BE49-F238E27FC236}">
                <a16:creationId xmlns:a16="http://schemas.microsoft.com/office/drawing/2014/main" id="{BF98E3F4-E66B-53FB-2956-FE47C7EAB4B6}"/>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4">
            <a:extLst>
              <a:ext uri="{FF2B5EF4-FFF2-40B4-BE49-F238E27FC236}">
                <a16:creationId xmlns:a16="http://schemas.microsoft.com/office/drawing/2014/main" id="{F52CC21A-4009-26C2-CC7A-8DD283C4A46F}"/>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cxnSp>
        <p:nvCxnSpPr>
          <p:cNvPr id="7" name="Straight Connector 6">
            <a:extLst>
              <a:ext uri="{FF2B5EF4-FFF2-40B4-BE49-F238E27FC236}">
                <a16:creationId xmlns:a16="http://schemas.microsoft.com/office/drawing/2014/main" id="{B04E470B-97A0-65C5-89A4-E21879627711}"/>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56C37A4-6F08-FC5B-79D2-9EC3A2678BC3}"/>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123765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3C419-19B1-8245-9C13-B60B7D2AC536}"/>
              </a:ext>
            </a:extLst>
          </p:cNvPr>
          <p:cNvSpPr>
            <a:spLocks noGrp="1"/>
          </p:cNvSpPr>
          <p:nvPr>
            <p:ph type="ctrTitle"/>
          </p:nvPr>
        </p:nvSpPr>
        <p:spPr>
          <a:xfrm>
            <a:off x="472440" y="1082041"/>
            <a:ext cx="11239500" cy="2286000"/>
          </a:xfrm>
        </p:spPr>
        <p:txBody>
          <a:bodyPr anchor="b"/>
          <a:lstStyle>
            <a:lvl1pPr algn="l">
              <a:defRPr sz="6000"/>
            </a:lvl1pPr>
          </a:lstStyle>
          <a:p>
            <a:r>
              <a:rPr lang="en-US"/>
              <a:t>Click to edit Master title style</a:t>
            </a:r>
            <a:endParaRPr lang="ro-RO"/>
          </a:p>
        </p:txBody>
      </p:sp>
      <p:sp>
        <p:nvSpPr>
          <p:cNvPr id="3" name="Subtitle 2">
            <a:extLst>
              <a:ext uri="{FF2B5EF4-FFF2-40B4-BE49-F238E27FC236}">
                <a16:creationId xmlns:a16="http://schemas.microsoft.com/office/drawing/2014/main" id="{25651D30-1DCD-DF40-A91B-0E10E4523BC5}"/>
              </a:ext>
            </a:extLst>
          </p:cNvPr>
          <p:cNvSpPr>
            <a:spLocks noGrp="1"/>
          </p:cNvSpPr>
          <p:nvPr>
            <p:ph type="subTitle" idx="1"/>
          </p:nvPr>
        </p:nvSpPr>
        <p:spPr>
          <a:xfrm>
            <a:off x="472440" y="3602037"/>
            <a:ext cx="11239500" cy="217392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o-RO"/>
          </a:p>
        </p:txBody>
      </p:sp>
      <p:pic>
        <p:nvPicPr>
          <p:cNvPr id="4" name="Graphic 3">
            <a:extLst>
              <a:ext uri="{FF2B5EF4-FFF2-40B4-BE49-F238E27FC236}">
                <a16:creationId xmlns:a16="http://schemas.microsoft.com/office/drawing/2014/main" id="{AC360E3A-E40C-784C-E6F0-55D884C93E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8676"/>
            <a:ext cx="1657743" cy="740397"/>
          </a:xfrm>
          <a:prstGeom prst="rect">
            <a:avLst/>
          </a:prstGeom>
        </p:spPr>
      </p:pic>
      <p:cxnSp>
        <p:nvCxnSpPr>
          <p:cNvPr id="5" name="Straight Connector 4">
            <a:extLst>
              <a:ext uri="{FF2B5EF4-FFF2-40B4-BE49-F238E27FC236}">
                <a16:creationId xmlns:a16="http://schemas.microsoft.com/office/drawing/2014/main" id="{2526B2F1-4681-A032-738F-2B89F3431213}"/>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4">
            <a:extLst>
              <a:ext uri="{FF2B5EF4-FFF2-40B4-BE49-F238E27FC236}">
                <a16:creationId xmlns:a16="http://schemas.microsoft.com/office/drawing/2014/main" id="{12BC632E-00A9-BFF4-A5EC-44C20BD04896}"/>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7" name="TextBox 6">
            <a:extLst>
              <a:ext uri="{FF2B5EF4-FFF2-40B4-BE49-F238E27FC236}">
                <a16:creationId xmlns:a16="http://schemas.microsoft.com/office/drawing/2014/main" id="{900DF107-382E-E66E-D301-7E398D07D1D5}"/>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8" name="Straight Connector 7">
            <a:extLst>
              <a:ext uri="{FF2B5EF4-FFF2-40B4-BE49-F238E27FC236}">
                <a16:creationId xmlns:a16="http://schemas.microsoft.com/office/drawing/2014/main" id="{BF36CF4D-7988-B175-AD7C-172C8321A7AD}"/>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8ACAA882-0CF1-A1EC-3677-327997B263C3}"/>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3696387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5FEC7-9CEB-4044-BAD0-AF9D151EEEDF}"/>
              </a:ext>
            </a:extLst>
          </p:cNvPr>
          <p:cNvSpPr>
            <a:spLocks noGrp="1"/>
          </p:cNvSpPr>
          <p:nvPr>
            <p:ph type="title"/>
          </p:nvPr>
        </p:nvSpPr>
        <p:spPr>
          <a:xfrm>
            <a:off x="472440" y="1091820"/>
            <a:ext cx="11141804" cy="598867"/>
          </a:xfrm>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0D01C66E-36AE-7443-BF7C-ABB1605FEF27}"/>
              </a:ext>
            </a:extLst>
          </p:cNvPr>
          <p:cNvSpPr>
            <a:spLocks noGrp="1"/>
          </p:cNvSpPr>
          <p:nvPr>
            <p:ph sz="half" idx="1"/>
          </p:nvPr>
        </p:nvSpPr>
        <p:spPr>
          <a:xfrm>
            <a:off x="480060" y="2647666"/>
            <a:ext cx="5479462" cy="3118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Content Placeholder 3">
            <a:extLst>
              <a:ext uri="{FF2B5EF4-FFF2-40B4-BE49-F238E27FC236}">
                <a16:creationId xmlns:a16="http://schemas.microsoft.com/office/drawing/2014/main" id="{344DCB9B-0CE6-2345-989F-A396873D8AAC}"/>
              </a:ext>
            </a:extLst>
          </p:cNvPr>
          <p:cNvSpPr>
            <a:spLocks noGrp="1"/>
          </p:cNvSpPr>
          <p:nvPr>
            <p:ph sz="half" idx="2"/>
          </p:nvPr>
        </p:nvSpPr>
        <p:spPr>
          <a:xfrm>
            <a:off x="6227928" y="2647666"/>
            <a:ext cx="5386316" cy="3118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9" name="Slide Number Placeholder 5">
            <a:extLst>
              <a:ext uri="{FF2B5EF4-FFF2-40B4-BE49-F238E27FC236}">
                <a16:creationId xmlns:a16="http://schemas.microsoft.com/office/drawing/2014/main" id="{6F95081E-F8EA-229B-0ABC-78AF6490EE4F}"/>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5" name="Graphic 4">
            <a:extLst>
              <a:ext uri="{FF2B5EF4-FFF2-40B4-BE49-F238E27FC236}">
                <a16:creationId xmlns:a16="http://schemas.microsoft.com/office/drawing/2014/main" id="{74FE35F5-735A-68CA-87C8-5FD8B35A23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6" name="Straight Connector 5">
            <a:extLst>
              <a:ext uri="{FF2B5EF4-FFF2-40B4-BE49-F238E27FC236}">
                <a16:creationId xmlns:a16="http://schemas.microsoft.com/office/drawing/2014/main" id="{502E172F-42B0-93D1-FE97-FE159F2C3AE0}"/>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4">
            <a:extLst>
              <a:ext uri="{FF2B5EF4-FFF2-40B4-BE49-F238E27FC236}">
                <a16:creationId xmlns:a16="http://schemas.microsoft.com/office/drawing/2014/main" id="{3EEB3BA7-9DD4-9867-ED03-7CA2EF56BC2E}"/>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8" name="TextBox 7">
            <a:extLst>
              <a:ext uri="{FF2B5EF4-FFF2-40B4-BE49-F238E27FC236}">
                <a16:creationId xmlns:a16="http://schemas.microsoft.com/office/drawing/2014/main" id="{4F36F6DD-3224-8A82-50D7-E859FF1325CC}"/>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0" name="Straight Connector 9">
            <a:extLst>
              <a:ext uri="{FF2B5EF4-FFF2-40B4-BE49-F238E27FC236}">
                <a16:creationId xmlns:a16="http://schemas.microsoft.com/office/drawing/2014/main" id="{C85635EA-0EBE-DB3C-B3C1-5901943D0D70}"/>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9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31E4-8B39-4345-A787-4DAF9F353637}"/>
              </a:ext>
            </a:extLst>
          </p:cNvPr>
          <p:cNvSpPr>
            <a:spLocks noGrp="1"/>
          </p:cNvSpPr>
          <p:nvPr>
            <p:ph type="title"/>
          </p:nvPr>
        </p:nvSpPr>
        <p:spPr>
          <a:xfrm>
            <a:off x="472441" y="1091821"/>
            <a:ext cx="11134980" cy="598867"/>
          </a:xfrm>
        </p:spPr>
        <p:txBody>
          <a:bodyPr/>
          <a:lstStyle/>
          <a:p>
            <a:r>
              <a:rPr lang="en-US"/>
              <a:t>Click to edit Master title style</a:t>
            </a:r>
            <a:endParaRPr lang="ro-RO"/>
          </a:p>
        </p:txBody>
      </p:sp>
      <p:sp>
        <p:nvSpPr>
          <p:cNvPr id="3" name="Text Placeholder 2">
            <a:extLst>
              <a:ext uri="{FF2B5EF4-FFF2-40B4-BE49-F238E27FC236}">
                <a16:creationId xmlns:a16="http://schemas.microsoft.com/office/drawing/2014/main" id="{714609A7-8D77-754D-9F49-7F656D81DC34}"/>
              </a:ext>
            </a:extLst>
          </p:cNvPr>
          <p:cNvSpPr>
            <a:spLocks noGrp="1"/>
          </p:cNvSpPr>
          <p:nvPr>
            <p:ph type="body" idx="1"/>
          </p:nvPr>
        </p:nvSpPr>
        <p:spPr>
          <a:xfrm>
            <a:off x="480060" y="1690687"/>
            <a:ext cx="5478779"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4578DF-6A62-6E45-BE3E-26302F4D4EC8}"/>
              </a:ext>
            </a:extLst>
          </p:cNvPr>
          <p:cNvSpPr>
            <a:spLocks noGrp="1"/>
          </p:cNvSpPr>
          <p:nvPr>
            <p:ph sz="half" idx="2"/>
          </p:nvPr>
        </p:nvSpPr>
        <p:spPr>
          <a:xfrm>
            <a:off x="480060" y="2644139"/>
            <a:ext cx="5478779" cy="3122039"/>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Text Placeholder 4">
            <a:extLst>
              <a:ext uri="{FF2B5EF4-FFF2-40B4-BE49-F238E27FC236}">
                <a16:creationId xmlns:a16="http://schemas.microsoft.com/office/drawing/2014/main" id="{EDBF3CC5-FE37-7F4F-833A-E69E5774CABB}"/>
              </a:ext>
            </a:extLst>
          </p:cNvPr>
          <p:cNvSpPr>
            <a:spLocks noGrp="1"/>
          </p:cNvSpPr>
          <p:nvPr>
            <p:ph type="body" sz="quarter" idx="3"/>
          </p:nvPr>
        </p:nvSpPr>
        <p:spPr>
          <a:xfrm>
            <a:off x="6233162" y="1690687"/>
            <a:ext cx="5385632"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E6807D-A720-F241-9BB2-F122E0191037}"/>
              </a:ext>
            </a:extLst>
          </p:cNvPr>
          <p:cNvSpPr>
            <a:spLocks noGrp="1"/>
          </p:cNvSpPr>
          <p:nvPr>
            <p:ph sz="quarter" idx="4"/>
          </p:nvPr>
        </p:nvSpPr>
        <p:spPr>
          <a:xfrm>
            <a:off x="6233162" y="2644139"/>
            <a:ext cx="5385632" cy="3122040"/>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11" name="Slide Number Placeholder 5">
            <a:extLst>
              <a:ext uri="{FF2B5EF4-FFF2-40B4-BE49-F238E27FC236}">
                <a16:creationId xmlns:a16="http://schemas.microsoft.com/office/drawing/2014/main" id="{F5A9E9F2-3D91-499D-E9E4-52170B2ABD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7" name="Graphic 6">
            <a:extLst>
              <a:ext uri="{FF2B5EF4-FFF2-40B4-BE49-F238E27FC236}">
                <a16:creationId xmlns:a16="http://schemas.microsoft.com/office/drawing/2014/main" id="{1AC8C29A-70A6-F72E-B19C-BB2C3D147E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8" name="Straight Connector 7">
            <a:extLst>
              <a:ext uri="{FF2B5EF4-FFF2-40B4-BE49-F238E27FC236}">
                <a16:creationId xmlns:a16="http://schemas.microsoft.com/office/drawing/2014/main" id="{18459290-3797-AF94-5023-42378B4883D5}"/>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4">
            <a:extLst>
              <a:ext uri="{FF2B5EF4-FFF2-40B4-BE49-F238E27FC236}">
                <a16:creationId xmlns:a16="http://schemas.microsoft.com/office/drawing/2014/main" id="{3C0047E0-018D-E768-5225-D653CC9F984B}"/>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10" name="TextBox 9">
            <a:extLst>
              <a:ext uri="{FF2B5EF4-FFF2-40B4-BE49-F238E27FC236}">
                <a16:creationId xmlns:a16="http://schemas.microsoft.com/office/drawing/2014/main" id="{CE6FAAFA-90B6-4AC3-DAC8-F75E9B1E5EF8}"/>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2" name="Straight Connector 11">
            <a:extLst>
              <a:ext uri="{FF2B5EF4-FFF2-40B4-BE49-F238E27FC236}">
                <a16:creationId xmlns:a16="http://schemas.microsoft.com/office/drawing/2014/main" id="{503B92D3-9E21-F538-7E6B-F4D197AE1C12}"/>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324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979A-6F45-3E4A-A60A-EFFA3826C928}"/>
              </a:ext>
            </a:extLst>
          </p:cNvPr>
          <p:cNvSpPr>
            <a:spLocks noGrp="1"/>
          </p:cNvSpPr>
          <p:nvPr>
            <p:ph type="title"/>
          </p:nvPr>
        </p:nvSpPr>
        <p:spPr>
          <a:xfrm>
            <a:off x="472440" y="1097280"/>
            <a:ext cx="5486400" cy="960120"/>
          </a:xfrm>
        </p:spPr>
        <p:txBody>
          <a:bodyPr anchor="b"/>
          <a:lstStyle>
            <a:lvl1pPr>
              <a:defRPr sz="3200"/>
            </a:lvl1pPr>
          </a:lstStyle>
          <a:p>
            <a:r>
              <a:rPr lang="en-US"/>
              <a:t>Click to edit Master title style</a:t>
            </a:r>
            <a:endParaRPr lang="ro-RO"/>
          </a:p>
        </p:txBody>
      </p:sp>
      <p:sp>
        <p:nvSpPr>
          <p:cNvPr id="3" name="Content Placeholder 2">
            <a:extLst>
              <a:ext uri="{FF2B5EF4-FFF2-40B4-BE49-F238E27FC236}">
                <a16:creationId xmlns:a16="http://schemas.microsoft.com/office/drawing/2014/main" id="{C3E547A6-5743-E643-B453-E57FD81B4CBD}"/>
              </a:ext>
            </a:extLst>
          </p:cNvPr>
          <p:cNvSpPr>
            <a:spLocks noGrp="1"/>
          </p:cNvSpPr>
          <p:nvPr>
            <p:ph idx="1"/>
          </p:nvPr>
        </p:nvSpPr>
        <p:spPr>
          <a:xfrm>
            <a:off x="6233160" y="1097280"/>
            <a:ext cx="5379720" cy="4671060"/>
          </a:xfrm>
        </p:spPr>
        <p:txBody>
          <a:bodyPr/>
          <a:lstStyle>
            <a:lvl1pPr marL="0" indent="0">
              <a:buFontTx/>
              <a:buNone/>
              <a:defRPr sz="3200"/>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Text Placeholder 3">
            <a:extLst>
              <a:ext uri="{FF2B5EF4-FFF2-40B4-BE49-F238E27FC236}">
                <a16:creationId xmlns:a16="http://schemas.microsoft.com/office/drawing/2014/main" id="{10A95366-C54A-DC4F-BB94-E48789E2CE71}"/>
              </a:ext>
            </a:extLst>
          </p:cNvPr>
          <p:cNvSpPr>
            <a:spLocks noGrp="1"/>
          </p:cNvSpPr>
          <p:nvPr>
            <p:ph type="body" sz="half" idx="2"/>
          </p:nvPr>
        </p:nvSpPr>
        <p:spPr>
          <a:xfrm>
            <a:off x="472440" y="2110740"/>
            <a:ext cx="5486400" cy="36499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46DCFD7E-9D42-62AC-A809-1AAE7C4FD2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5" name="Graphic 4">
            <a:extLst>
              <a:ext uri="{FF2B5EF4-FFF2-40B4-BE49-F238E27FC236}">
                <a16:creationId xmlns:a16="http://schemas.microsoft.com/office/drawing/2014/main" id="{C9B3F6E6-3640-7AFA-9A62-999FC8A527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6" name="Straight Connector 5">
            <a:extLst>
              <a:ext uri="{FF2B5EF4-FFF2-40B4-BE49-F238E27FC236}">
                <a16:creationId xmlns:a16="http://schemas.microsoft.com/office/drawing/2014/main" id="{21D2DA7D-5D4C-F303-98F2-E86BD3625EF1}"/>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4">
            <a:extLst>
              <a:ext uri="{FF2B5EF4-FFF2-40B4-BE49-F238E27FC236}">
                <a16:creationId xmlns:a16="http://schemas.microsoft.com/office/drawing/2014/main" id="{9AAF13FD-F910-DF5B-7ED1-4C7B3E9592FC}"/>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8" name="TextBox 7">
            <a:extLst>
              <a:ext uri="{FF2B5EF4-FFF2-40B4-BE49-F238E27FC236}">
                <a16:creationId xmlns:a16="http://schemas.microsoft.com/office/drawing/2014/main" id="{8F747E5C-F5AC-5E8C-AE46-E40BF29A9F3A}"/>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0" name="Straight Connector 9">
            <a:extLst>
              <a:ext uri="{FF2B5EF4-FFF2-40B4-BE49-F238E27FC236}">
                <a16:creationId xmlns:a16="http://schemas.microsoft.com/office/drawing/2014/main" id="{56F38CED-567C-4A8E-F2C1-3FC6D554A9FC}"/>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5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AA0D6-847E-0446-A7EE-29C6004BA2E2}"/>
              </a:ext>
            </a:extLst>
          </p:cNvPr>
          <p:cNvSpPr>
            <a:spLocks noGrp="1"/>
          </p:cNvSpPr>
          <p:nvPr>
            <p:ph type="title"/>
          </p:nvPr>
        </p:nvSpPr>
        <p:spPr>
          <a:xfrm>
            <a:off x="472440" y="987424"/>
            <a:ext cx="4366260" cy="1069975"/>
          </a:xfrm>
        </p:spPr>
        <p:txBody>
          <a:bodyPr anchor="b"/>
          <a:lstStyle>
            <a:lvl1pPr>
              <a:defRPr sz="3200"/>
            </a:lvl1pPr>
          </a:lstStyle>
          <a:p>
            <a:r>
              <a:rPr lang="en-US"/>
              <a:t>Click to edit Master title style</a:t>
            </a:r>
            <a:endParaRPr lang="ro-RO"/>
          </a:p>
        </p:txBody>
      </p:sp>
      <p:sp>
        <p:nvSpPr>
          <p:cNvPr id="3" name="Picture Placeholder 2">
            <a:extLst>
              <a:ext uri="{FF2B5EF4-FFF2-40B4-BE49-F238E27FC236}">
                <a16:creationId xmlns:a16="http://schemas.microsoft.com/office/drawing/2014/main" id="{A1847C8B-D78A-2D4F-A119-C27F106644F8}"/>
              </a:ext>
            </a:extLst>
          </p:cNvPr>
          <p:cNvSpPr>
            <a:spLocks noGrp="1"/>
          </p:cNvSpPr>
          <p:nvPr>
            <p:ph type="pic" idx="1"/>
          </p:nvPr>
        </p:nvSpPr>
        <p:spPr>
          <a:xfrm>
            <a:off x="5183188" y="987425"/>
            <a:ext cx="6528752" cy="478853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ro-RO"/>
          </a:p>
        </p:txBody>
      </p:sp>
      <p:sp>
        <p:nvSpPr>
          <p:cNvPr id="4" name="Text Placeholder 3">
            <a:extLst>
              <a:ext uri="{FF2B5EF4-FFF2-40B4-BE49-F238E27FC236}">
                <a16:creationId xmlns:a16="http://schemas.microsoft.com/office/drawing/2014/main" id="{D42707EF-1848-FF46-882C-FD33F01F0B03}"/>
              </a:ext>
            </a:extLst>
          </p:cNvPr>
          <p:cNvSpPr>
            <a:spLocks noGrp="1"/>
          </p:cNvSpPr>
          <p:nvPr>
            <p:ph type="body" sz="half" idx="2"/>
          </p:nvPr>
        </p:nvSpPr>
        <p:spPr>
          <a:xfrm>
            <a:off x="472440" y="2057400"/>
            <a:ext cx="4366260" cy="37185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7E75D1F7-AC41-546B-3080-5C106F5F1B9C}"/>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5" name="Graphic 4">
            <a:extLst>
              <a:ext uri="{FF2B5EF4-FFF2-40B4-BE49-F238E27FC236}">
                <a16:creationId xmlns:a16="http://schemas.microsoft.com/office/drawing/2014/main" id="{5E816371-8451-D6C0-AE90-BCFECC031D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6" name="Straight Connector 5">
            <a:extLst>
              <a:ext uri="{FF2B5EF4-FFF2-40B4-BE49-F238E27FC236}">
                <a16:creationId xmlns:a16="http://schemas.microsoft.com/office/drawing/2014/main" id="{17C209DD-08A6-166A-C4AB-18FF3C93C8BD}"/>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4">
            <a:extLst>
              <a:ext uri="{FF2B5EF4-FFF2-40B4-BE49-F238E27FC236}">
                <a16:creationId xmlns:a16="http://schemas.microsoft.com/office/drawing/2014/main" id="{1B5967EF-DB7C-26FA-AA47-96AADBFCC74C}"/>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8" name="TextBox 7">
            <a:extLst>
              <a:ext uri="{FF2B5EF4-FFF2-40B4-BE49-F238E27FC236}">
                <a16:creationId xmlns:a16="http://schemas.microsoft.com/office/drawing/2014/main" id="{6711F4F1-C195-307A-B725-01E9DF2B3B27}"/>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0" name="Straight Connector 9">
            <a:extLst>
              <a:ext uri="{FF2B5EF4-FFF2-40B4-BE49-F238E27FC236}">
                <a16:creationId xmlns:a16="http://schemas.microsoft.com/office/drawing/2014/main" id="{C9FBED8F-8A74-BF47-3016-D17DAE49D9AD}"/>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553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1F49E18-793C-2B51-A43A-5E301EDC3D21}"/>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2" name="Graphic 1">
            <a:extLst>
              <a:ext uri="{FF2B5EF4-FFF2-40B4-BE49-F238E27FC236}">
                <a16:creationId xmlns:a16="http://schemas.microsoft.com/office/drawing/2014/main" id="{9AC1A3F1-04CA-3BC4-F9A6-AB4FA7E2D7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3" name="Straight Connector 2">
            <a:extLst>
              <a:ext uri="{FF2B5EF4-FFF2-40B4-BE49-F238E27FC236}">
                <a16:creationId xmlns:a16="http://schemas.microsoft.com/office/drawing/2014/main" id="{06A8AF4F-6C14-B714-A9C6-AA48A8B97600}"/>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4">
            <a:extLst>
              <a:ext uri="{FF2B5EF4-FFF2-40B4-BE49-F238E27FC236}">
                <a16:creationId xmlns:a16="http://schemas.microsoft.com/office/drawing/2014/main" id="{A11B5089-D054-255D-5754-AE2554C521D8}"/>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5" name="TextBox 4">
            <a:extLst>
              <a:ext uri="{FF2B5EF4-FFF2-40B4-BE49-F238E27FC236}">
                <a16:creationId xmlns:a16="http://schemas.microsoft.com/office/drawing/2014/main" id="{89DC17EC-194A-C300-96F8-0490E2E322E6}"/>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7" name="Straight Connector 6">
            <a:extLst>
              <a:ext uri="{FF2B5EF4-FFF2-40B4-BE49-F238E27FC236}">
                <a16:creationId xmlns:a16="http://schemas.microsoft.com/office/drawing/2014/main" id="{4667F66A-A3C2-CD12-4A95-93BC290565C6}"/>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455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08BA-224D-554D-8E3F-776806D9C90B}"/>
              </a:ext>
            </a:extLst>
          </p:cNvPr>
          <p:cNvSpPr>
            <a:spLocks noGrp="1"/>
          </p:cNvSpPr>
          <p:nvPr>
            <p:ph type="title"/>
          </p:nvPr>
        </p:nvSpPr>
        <p:spPr>
          <a:xfrm>
            <a:off x="480061" y="1091820"/>
            <a:ext cx="11134184" cy="598867"/>
          </a:xfrm>
        </p:spPr>
        <p:txBody>
          <a:bodyPr/>
          <a:lstStyle/>
          <a:p>
            <a:r>
              <a:rPr lang="en-US"/>
              <a:t>Click to edit Master title style</a:t>
            </a:r>
            <a:endParaRPr lang="ro-RO"/>
          </a:p>
        </p:txBody>
      </p:sp>
      <p:sp>
        <p:nvSpPr>
          <p:cNvPr id="3" name="Slide Number Placeholder 5">
            <a:extLst>
              <a:ext uri="{FF2B5EF4-FFF2-40B4-BE49-F238E27FC236}">
                <a16:creationId xmlns:a16="http://schemas.microsoft.com/office/drawing/2014/main" id="{1A8B1F5F-8B46-975E-4688-02E3964CD08A}"/>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205678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ver Slide Fix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8138D1A-C3A6-EC85-C434-F52EAC89C05C}"/>
              </a:ext>
            </a:extLst>
          </p:cNvPr>
          <p:cNvSpPr>
            <a:spLocks noGrp="1"/>
          </p:cNvSpPr>
          <p:nvPr>
            <p:ph type="ctrTitle" hasCustomPrompt="1"/>
          </p:nvPr>
        </p:nvSpPr>
        <p:spPr>
          <a:xfrm>
            <a:off x="889635" y="1627348"/>
            <a:ext cx="6939916" cy="2336481"/>
          </a:xfrm>
        </p:spPr>
        <p:txBody>
          <a:bodyPr anchor="b">
            <a:normAutofit/>
          </a:bodyPr>
          <a:lstStyle>
            <a:lvl1pPr algn="l">
              <a:lnSpc>
                <a:spcPct val="85000"/>
              </a:lnSpc>
              <a:defRPr sz="8000" baseline="0">
                <a:solidFill>
                  <a:schemeClr val="tx1"/>
                </a:solidFill>
                <a:latin typeface="Roboto Medium" panose="02000000000000000000" pitchFamily="2" charset="0"/>
              </a:defRPr>
            </a:lvl1pPr>
          </a:lstStyle>
          <a:p>
            <a:r>
              <a:rPr lang="en-GB"/>
              <a:t>Your Gorgeous Title</a:t>
            </a:r>
            <a:endParaRPr lang="ro-RO"/>
          </a:p>
        </p:txBody>
      </p:sp>
      <p:sp>
        <p:nvSpPr>
          <p:cNvPr id="8" name="Text Placeholder 6">
            <a:extLst>
              <a:ext uri="{FF2B5EF4-FFF2-40B4-BE49-F238E27FC236}">
                <a16:creationId xmlns:a16="http://schemas.microsoft.com/office/drawing/2014/main" id="{783ABFB0-D892-DB35-B947-DC66C1E2D6C5}"/>
              </a:ext>
            </a:extLst>
          </p:cNvPr>
          <p:cNvSpPr>
            <a:spLocks noGrp="1"/>
          </p:cNvSpPr>
          <p:nvPr>
            <p:ph type="body" sz="quarter" idx="10" hasCustomPrompt="1"/>
          </p:nvPr>
        </p:nvSpPr>
        <p:spPr>
          <a:xfrm>
            <a:off x="889635" y="4037174"/>
            <a:ext cx="6940550" cy="506413"/>
          </a:xfrm>
        </p:spPr>
        <p:txBody>
          <a:bodyPr>
            <a:noAutofit/>
          </a:bodyPr>
          <a:lstStyle>
            <a:lvl1pPr>
              <a:defRPr sz="3200"/>
            </a:lvl1pPr>
          </a:lstStyle>
          <a:p>
            <a:pPr lvl="0"/>
            <a:r>
              <a:rPr lang="en-US"/>
              <a:t>Click to edit Subtitle</a:t>
            </a:r>
          </a:p>
        </p:txBody>
      </p:sp>
    </p:spTree>
    <p:extLst>
      <p:ext uri="{BB962C8B-B14F-4D97-AF65-F5344CB8AC3E}">
        <p14:creationId xmlns:p14="http://schemas.microsoft.com/office/powerpoint/2010/main" val="679377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4734-831F-1C4C-BBEB-904AFFD9DE54}"/>
              </a:ext>
            </a:extLst>
          </p:cNvPr>
          <p:cNvSpPr>
            <a:spLocks noGrp="1"/>
          </p:cNvSpPr>
          <p:nvPr>
            <p:ph type="title"/>
          </p:nvPr>
        </p:nvSpPr>
        <p:spPr>
          <a:xfrm>
            <a:off x="480061" y="1091821"/>
            <a:ext cx="11134184" cy="593680"/>
          </a:xfrm>
        </p:spPr>
        <p:txBody>
          <a:bodyPr/>
          <a:lstStyle/>
          <a:p>
            <a:r>
              <a:rPr lang="en-GB"/>
              <a:t>Click to edit Master title style</a:t>
            </a:r>
            <a:endParaRPr lang="ro-RO"/>
          </a:p>
        </p:txBody>
      </p:sp>
      <p:sp>
        <p:nvSpPr>
          <p:cNvPr id="3" name="Content Placeholder 2">
            <a:extLst>
              <a:ext uri="{FF2B5EF4-FFF2-40B4-BE49-F238E27FC236}">
                <a16:creationId xmlns:a16="http://schemas.microsoft.com/office/drawing/2014/main" id="{77920FE7-4EAC-254E-AA2E-AF380D16B8F5}"/>
              </a:ext>
            </a:extLst>
          </p:cNvPr>
          <p:cNvSpPr>
            <a:spLocks noGrp="1"/>
          </p:cNvSpPr>
          <p:nvPr>
            <p:ph idx="1"/>
          </p:nvPr>
        </p:nvSpPr>
        <p:spPr>
          <a:xfrm>
            <a:off x="480061" y="2647665"/>
            <a:ext cx="11134183" cy="31185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8" name="Slide Number Placeholder 5">
            <a:extLst>
              <a:ext uri="{FF2B5EF4-FFF2-40B4-BE49-F238E27FC236}">
                <a16:creationId xmlns:a16="http://schemas.microsoft.com/office/drawing/2014/main" id="{D80F77EE-AB20-E1FB-B6DD-5C8732A3AF93}"/>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1618566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5FEC7-9CEB-4044-BAD0-AF9D151EEEDF}"/>
              </a:ext>
            </a:extLst>
          </p:cNvPr>
          <p:cNvSpPr>
            <a:spLocks noGrp="1"/>
          </p:cNvSpPr>
          <p:nvPr>
            <p:ph type="title"/>
          </p:nvPr>
        </p:nvSpPr>
        <p:spPr>
          <a:xfrm>
            <a:off x="472440" y="1091820"/>
            <a:ext cx="11141804" cy="598867"/>
          </a:xfrm>
        </p:spPr>
        <p:txBody>
          <a:bodyPr/>
          <a:lstStyle/>
          <a:p>
            <a:r>
              <a:rPr lang="en-GB"/>
              <a:t>Click to edit Master title style</a:t>
            </a:r>
            <a:endParaRPr lang="ro-RO"/>
          </a:p>
        </p:txBody>
      </p:sp>
      <p:sp>
        <p:nvSpPr>
          <p:cNvPr id="3" name="Content Placeholder 2">
            <a:extLst>
              <a:ext uri="{FF2B5EF4-FFF2-40B4-BE49-F238E27FC236}">
                <a16:creationId xmlns:a16="http://schemas.microsoft.com/office/drawing/2014/main" id="{0D01C66E-36AE-7443-BF7C-ABB1605FEF27}"/>
              </a:ext>
            </a:extLst>
          </p:cNvPr>
          <p:cNvSpPr>
            <a:spLocks noGrp="1"/>
          </p:cNvSpPr>
          <p:nvPr>
            <p:ph sz="half" idx="1"/>
          </p:nvPr>
        </p:nvSpPr>
        <p:spPr>
          <a:xfrm>
            <a:off x="480060" y="2647666"/>
            <a:ext cx="5479462" cy="31185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4" name="Content Placeholder 3">
            <a:extLst>
              <a:ext uri="{FF2B5EF4-FFF2-40B4-BE49-F238E27FC236}">
                <a16:creationId xmlns:a16="http://schemas.microsoft.com/office/drawing/2014/main" id="{344DCB9B-0CE6-2345-989F-A396873D8AAC}"/>
              </a:ext>
            </a:extLst>
          </p:cNvPr>
          <p:cNvSpPr>
            <a:spLocks noGrp="1"/>
          </p:cNvSpPr>
          <p:nvPr>
            <p:ph sz="half" idx="2"/>
          </p:nvPr>
        </p:nvSpPr>
        <p:spPr>
          <a:xfrm>
            <a:off x="6227928" y="2647666"/>
            <a:ext cx="5386316" cy="31185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9" name="Slide Number Placeholder 5">
            <a:extLst>
              <a:ext uri="{FF2B5EF4-FFF2-40B4-BE49-F238E27FC236}">
                <a16:creationId xmlns:a16="http://schemas.microsoft.com/office/drawing/2014/main" id="{6F95081E-F8EA-229B-0ABC-78AF6490EE4F}"/>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1183898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31E4-8B39-4345-A787-4DAF9F353637}"/>
              </a:ext>
            </a:extLst>
          </p:cNvPr>
          <p:cNvSpPr>
            <a:spLocks noGrp="1"/>
          </p:cNvSpPr>
          <p:nvPr>
            <p:ph type="title"/>
          </p:nvPr>
        </p:nvSpPr>
        <p:spPr>
          <a:xfrm>
            <a:off x="472441" y="1091821"/>
            <a:ext cx="11134980" cy="598867"/>
          </a:xfrm>
        </p:spPr>
        <p:txBody>
          <a:bodyPr/>
          <a:lstStyle/>
          <a:p>
            <a:r>
              <a:rPr lang="en-GB"/>
              <a:t>Click to edit Master title style</a:t>
            </a:r>
            <a:endParaRPr lang="ro-RO"/>
          </a:p>
        </p:txBody>
      </p:sp>
      <p:sp>
        <p:nvSpPr>
          <p:cNvPr id="3" name="Text Placeholder 2">
            <a:extLst>
              <a:ext uri="{FF2B5EF4-FFF2-40B4-BE49-F238E27FC236}">
                <a16:creationId xmlns:a16="http://schemas.microsoft.com/office/drawing/2014/main" id="{714609A7-8D77-754D-9F49-7F656D81DC34}"/>
              </a:ext>
            </a:extLst>
          </p:cNvPr>
          <p:cNvSpPr>
            <a:spLocks noGrp="1"/>
          </p:cNvSpPr>
          <p:nvPr>
            <p:ph type="body" idx="1"/>
          </p:nvPr>
        </p:nvSpPr>
        <p:spPr>
          <a:xfrm>
            <a:off x="480060" y="1690687"/>
            <a:ext cx="5478779"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24578DF-6A62-6E45-BE3E-26302F4D4EC8}"/>
              </a:ext>
            </a:extLst>
          </p:cNvPr>
          <p:cNvSpPr>
            <a:spLocks noGrp="1"/>
          </p:cNvSpPr>
          <p:nvPr>
            <p:ph sz="half" idx="2"/>
          </p:nvPr>
        </p:nvSpPr>
        <p:spPr>
          <a:xfrm>
            <a:off x="480060" y="2644139"/>
            <a:ext cx="5478779" cy="3122039"/>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5" name="Text Placeholder 4">
            <a:extLst>
              <a:ext uri="{FF2B5EF4-FFF2-40B4-BE49-F238E27FC236}">
                <a16:creationId xmlns:a16="http://schemas.microsoft.com/office/drawing/2014/main" id="{EDBF3CC5-FE37-7F4F-833A-E69E5774CABB}"/>
              </a:ext>
            </a:extLst>
          </p:cNvPr>
          <p:cNvSpPr>
            <a:spLocks noGrp="1"/>
          </p:cNvSpPr>
          <p:nvPr>
            <p:ph type="body" sz="quarter" idx="3"/>
          </p:nvPr>
        </p:nvSpPr>
        <p:spPr>
          <a:xfrm>
            <a:off x="6233162" y="1690687"/>
            <a:ext cx="5385632"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AE6807D-A720-F241-9BB2-F122E0191037}"/>
              </a:ext>
            </a:extLst>
          </p:cNvPr>
          <p:cNvSpPr>
            <a:spLocks noGrp="1"/>
          </p:cNvSpPr>
          <p:nvPr>
            <p:ph sz="quarter" idx="4"/>
          </p:nvPr>
        </p:nvSpPr>
        <p:spPr>
          <a:xfrm>
            <a:off x="6233162" y="2644139"/>
            <a:ext cx="5385632" cy="3122040"/>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11" name="Slide Number Placeholder 5">
            <a:extLst>
              <a:ext uri="{FF2B5EF4-FFF2-40B4-BE49-F238E27FC236}">
                <a16:creationId xmlns:a16="http://schemas.microsoft.com/office/drawing/2014/main" id="{F5A9E9F2-3D91-499D-E9E4-52170B2ABD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1987002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979A-6F45-3E4A-A60A-EFFA3826C928}"/>
              </a:ext>
            </a:extLst>
          </p:cNvPr>
          <p:cNvSpPr>
            <a:spLocks noGrp="1"/>
          </p:cNvSpPr>
          <p:nvPr>
            <p:ph type="title"/>
          </p:nvPr>
        </p:nvSpPr>
        <p:spPr>
          <a:xfrm>
            <a:off x="472440" y="1097280"/>
            <a:ext cx="5486400" cy="960120"/>
          </a:xfrm>
        </p:spPr>
        <p:txBody>
          <a:bodyPr anchor="b"/>
          <a:lstStyle>
            <a:lvl1pPr>
              <a:defRPr sz="3200"/>
            </a:lvl1pPr>
          </a:lstStyle>
          <a:p>
            <a:r>
              <a:rPr lang="en-GB"/>
              <a:t>Click to edit Master title style</a:t>
            </a:r>
            <a:endParaRPr lang="ro-RO"/>
          </a:p>
        </p:txBody>
      </p:sp>
      <p:sp>
        <p:nvSpPr>
          <p:cNvPr id="3" name="Content Placeholder 2">
            <a:extLst>
              <a:ext uri="{FF2B5EF4-FFF2-40B4-BE49-F238E27FC236}">
                <a16:creationId xmlns:a16="http://schemas.microsoft.com/office/drawing/2014/main" id="{C3E547A6-5743-E643-B453-E57FD81B4CBD}"/>
              </a:ext>
            </a:extLst>
          </p:cNvPr>
          <p:cNvSpPr>
            <a:spLocks noGrp="1"/>
          </p:cNvSpPr>
          <p:nvPr>
            <p:ph idx="1"/>
          </p:nvPr>
        </p:nvSpPr>
        <p:spPr>
          <a:xfrm>
            <a:off x="6233160" y="1097280"/>
            <a:ext cx="5379720" cy="4671060"/>
          </a:xfrm>
        </p:spPr>
        <p:txBody>
          <a:bodyPr/>
          <a:lstStyle>
            <a:lvl1pPr marL="0" indent="0">
              <a:buFontTx/>
              <a:buNone/>
              <a:defRPr sz="3200"/>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4" name="Text Placeholder 3">
            <a:extLst>
              <a:ext uri="{FF2B5EF4-FFF2-40B4-BE49-F238E27FC236}">
                <a16:creationId xmlns:a16="http://schemas.microsoft.com/office/drawing/2014/main" id="{10A95366-C54A-DC4F-BB94-E48789E2CE71}"/>
              </a:ext>
            </a:extLst>
          </p:cNvPr>
          <p:cNvSpPr>
            <a:spLocks noGrp="1"/>
          </p:cNvSpPr>
          <p:nvPr>
            <p:ph type="body" sz="half" idx="2"/>
          </p:nvPr>
        </p:nvSpPr>
        <p:spPr>
          <a:xfrm>
            <a:off x="472440" y="2110740"/>
            <a:ext cx="5486400" cy="36499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Slide Number Placeholder 5">
            <a:extLst>
              <a:ext uri="{FF2B5EF4-FFF2-40B4-BE49-F238E27FC236}">
                <a16:creationId xmlns:a16="http://schemas.microsoft.com/office/drawing/2014/main" id="{46DCFD7E-9D42-62AC-A809-1AAE7C4FD2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38078362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AA0D6-847E-0446-A7EE-29C6004BA2E2}"/>
              </a:ext>
            </a:extLst>
          </p:cNvPr>
          <p:cNvSpPr>
            <a:spLocks noGrp="1"/>
          </p:cNvSpPr>
          <p:nvPr>
            <p:ph type="title"/>
          </p:nvPr>
        </p:nvSpPr>
        <p:spPr>
          <a:xfrm>
            <a:off x="472440" y="987424"/>
            <a:ext cx="4366260" cy="1069975"/>
          </a:xfrm>
        </p:spPr>
        <p:txBody>
          <a:bodyPr anchor="b"/>
          <a:lstStyle>
            <a:lvl1pPr>
              <a:defRPr sz="3200"/>
            </a:lvl1pPr>
          </a:lstStyle>
          <a:p>
            <a:r>
              <a:rPr lang="en-GB"/>
              <a:t>Click to edit Master title style</a:t>
            </a:r>
            <a:endParaRPr lang="ro-RO"/>
          </a:p>
        </p:txBody>
      </p:sp>
      <p:sp>
        <p:nvSpPr>
          <p:cNvPr id="3" name="Picture Placeholder 2">
            <a:extLst>
              <a:ext uri="{FF2B5EF4-FFF2-40B4-BE49-F238E27FC236}">
                <a16:creationId xmlns:a16="http://schemas.microsoft.com/office/drawing/2014/main" id="{A1847C8B-D78A-2D4F-A119-C27F106644F8}"/>
              </a:ext>
            </a:extLst>
          </p:cNvPr>
          <p:cNvSpPr>
            <a:spLocks noGrp="1"/>
          </p:cNvSpPr>
          <p:nvPr>
            <p:ph type="pic" idx="1"/>
          </p:nvPr>
        </p:nvSpPr>
        <p:spPr>
          <a:xfrm>
            <a:off x="5183188" y="987425"/>
            <a:ext cx="6528752" cy="478853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ro-RO"/>
          </a:p>
        </p:txBody>
      </p:sp>
      <p:sp>
        <p:nvSpPr>
          <p:cNvPr id="4" name="Text Placeholder 3">
            <a:extLst>
              <a:ext uri="{FF2B5EF4-FFF2-40B4-BE49-F238E27FC236}">
                <a16:creationId xmlns:a16="http://schemas.microsoft.com/office/drawing/2014/main" id="{D42707EF-1848-FF46-882C-FD33F01F0B03}"/>
              </a:ext>
            </a:extLst>
          </p:cNvPr>
          <p:cNvSpPr>
            <a:spLocks noGrp="1"/>
          </p:cNvSpPr>
          <p:nvPr>
            <p:ph type="body" sz="half" idx="2"/>
          </p:nvPr>
        </p:nvSpPr>
        <p:spPr>
          <a:xfrm>
            <a:off x="472440" y="2057400"/>
            <a:ext cx="4366260" cy="37185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Slide Number Placeholder 5">
            <a:extLst>
              <a:ext uri="{FF2B5EF4-FFF2-40B4-BE49-F238E27FC236}">
                <a16:creationId xmlns:a16="http://schemas.microsoft.com/office/drawing/2014/main" id="{7E75D1F7-AC41-546B-3080-5C106F5F1B9C}"/>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3619726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08BA-224D-554D-8E3F-776806D9C90B}"/>
              </a:ext>
            </a:extLst>
          </p:cNvPr>
          <p:cNvSpPr>
            <a:spLocks noGrp="1"/>
          </p:cNvSpPr>
          <p:nvPr>
            <p:ph type="title"/>
          </p:nvPr>
        </p:nvSpPr>
        <p:spPr>
          <a:xfrm>
            <a:off x="480061" y="1091820"/>
            <a:ext cx="11134184" cy="598867"/>
          </a:xfrm>
        </p:spPr>
        <p:txBody>
          <a:bodyPr/>
          <a:lstStyle/>
          <a:p>
            <a:r>
              <a:rPr lang="en-GB"/>
              <a:t>Click to edit Master title style</a:t>
            </a:r>
            <a:endParaRPr lang="ro-RO"/>
          </a:p>
        </p:txBody>
      </p:sp>
    </p:spTree>
    <p:extLst>
      <p:ext uri="{BB962C8B-B14F-4D97-AF65-F5344CB8AC3E}">
        <p14:creationId xmlns:p14="http://schemas.microsoft.com/office/powerpoint/2010/main" val="1133289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75A698-B3EA-814E-862F-371679D32212}"/>
              </a:ext>
            </a:extLst>
          </p:cNvPr>
          <p:cNvSpPr>
            <a:spLocks noGrp="1"/>
          </p:cNvSpPr>
          <p:nvPr>
            <p:ph type="title"/>
          </p:nvPr>
        </p:nvSpPr>
        <p:spPr>
          <a:xfrm>
            <a:off x="480061" y="1091820"/>
            <a:ext cx="11134184" cy="598867"/>
          </a:xfrm>
          <a:prstGeom prst="rect">
            <a:avLst/>
          </a:prstGeom>
        </p:spPr>
        <p:txBody>
          <a:bodyPr vert="horz" lIns="91440" tIns="45720" rIns="91440" bIns="45720" rtlCol="0" anchor="ctr">
            <a:normAutofit/>
          </a:bodyPr>
          <a:lstStyle/>
          <a:p>
            <a:r>
              <a:rPr lang="en-US"/>
              <a:t>Click to edit Master title style</a:t>
            </a:r>
            <a:endParaRPr lang="ro-RO"/>
          </a:p>
        </p:txBody>
      </p:sp>
      <p:sp>
        <p:nvSpPr>
          <p:cNvPr id="3" name="Text Placeholder 2">
            <a:extLst>
              <a:ext uri="{FF2B5EF4-FFF2-40B4-BE49-F238E27FC236}">
                <a16:creationId xmlns:a16="http://schemas.microsoft.com/office/drawing/2014/main" id="{92FAF3A9-4B98-A046-8F42-C76F0F9EA1CB}"/>
              </a:ext>
            </a:extLst>
          </p:cNvPr>
          <p:cNvSpPr>
            <a:spLocks noGrp="1"/>
          </p:cNvSpPr>
          <p:nvPr>
            <p:ph type="body" idx="1"/>
          </p:nvPr>
        </p:nvSpPr>
        <p:spPr>
          <a:xfrm>
            <a:off x="480061" y="2647665"/>
            <a:ext cx="11134183" cy="31185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Tree>
    <p:extLst>
      <p:ext uri="{BB962C8B-B14F-4D97-AF65-F5344CB8AC3E}">
        <p14:creationId xmlns:p14="http://schemas.microsoft.com/office/powerpoint/2010/main" val="273661954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62" r:id="rId11"/>
    <p:sldLayoutId id="2147483664" r:id="rId12"/>
    <p:sldLayoutId id="2147483665" r:id="rId13"/>
    <p:sldLayoutId id="2147483666" r:id="rId14"/>
    <p:sldLayoutId id="2147483667" r:id="rId15"/>
    <p:sldLayoutId id="2147483669"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425E-0EAC-F8AB-539C-E284904F4D06}"/>
              </a:ext>
            </a:extLst>
          </p:cNvPr>
          <p:cNvSpPr>
            <a:spLocks noGrp="1"/>
          </p:cNvSpPr>
          <p:nvPr>
            <p:ph type="ctrTitle"/>
          </p:nvPr>
        </p:nvSpPr>
        <p:spPr>
          <a:xfrm>
            <a:off x="566362" y="3807980"/>
            <a:ext cx="4926677" cy="1318259"/>
          </a:xfrm>
        </p:spPr>
        <p:txBody>
          <a:bodyPr anchor="ctr">
            <a:noAutofit/>
          </a:bodyPr>
          <a:lstStyle/>
          <a:p>
            <a:pPr>
              <a:lnSpc>
                <a:spcPct val="100000"/>
              </a:lnSpc>
            </a:pPr>
            <a:r>
              <a:rPr lang="en-US" b="1" dirty="0">
                <a:ea typeface="Roboto Medium"/>
                <a:cs typeface="Roboto Medium"/>
              </a:rPr>
              <a:t>Clean Code</a:t>
            </a:r>
            <a:endParaRPr lang="en-US" b="1" dirty="0">
              <a:solidFill>
                <a:srgbClr val="194EA5"/>
              </a:solidFill>
              <a:latin typeface="+mj-lt"/>
              <a:ea typeface="Roboto Medium"/>
              <a:cs typeface="Roboto Medium"/>
            </a:endParaRPr>
          </a:p>
        </p:txBody>
      </p:sp>
    </p:spTree>
    <p:extLst>
      <p:ext uri="{BB962C8B-B14F-4D97-AF65-F5344CB8AC3E}">
        <p14:creationId xmlns:p14="http://schemas.microsoft.com/office/powerpoint/2010/main" val="2922363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66B29-58F8-1DFF-F2AF-58937F5109B0}"/>
              </a:ext>
            </a:extLst>
          </p:cNvPr>
          <p:cNvSpPr>
            <a:spLocks noGrp="1"/>
          </p:cNvSpPr>
          <p:nvPr>
            <p:ph type="title"/>
          </p:nvPr>
        </p:nvSpPr>
        <p:spPr>
          <a:xfrm>
            <a:off x="472440" y="1091820"/>
            <a:ext cx="11141804" cy="598867"/>
          </a:xfrm>
        </p:spPr>
        <p:txBody>
          <a:bodyPr anchor="ctr">
            <a:normAutofit/>
          </a:bodyPr>
          <a:lstStyle/>
          <a:p>
            <a:r>
              <a:rPr lang="en-US" sz="3400" dirty="0"/>
              <a:t>What is “Clean Code”?</a:t>
            </a:r>
          </a:p>
        </p:txBody>
      </p:sp>
    </p:spTree>
    <p:extLst>
      <p:ext uri="{BB962C8B-B14F-4D97-AF65-F5344CB8AC3E}">
        <p14:creationId xmlns:p14="http://schemas.microsoft.com/office/powerpoint/2010/main" val="210899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8AE0D-7804-7896-6481-79F3A9D64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0C833-5764-F8B4-BD77-FB5E47CAEF0A}"/>
              </a:ext>
            </a:extLst>
          </p:cNvPr>
          <p:cNvSpPr>
            <a:spLocks noGrp="1"/>
          </p:cNvSpPr>
          <p:nvPr>
            <p:ph type="title"/>
          </p:nvPr>
        </p:nvSpPr>
        <p:spPr>
          <a:xfrm>
            <a:off x="472440" y="1091820"/>
            <a:ext cx="11141804" cy="598867"/>
          </a:xfrm>
        </p:spPr>
        <p:txBody>
          <a:bodyPr anchor="ctr">
            <a:normAutofit/>
          </a:bodyPr>
          <a:lstStyle/>
          <a:p>
            <a:r>
              <a:rPr lang="en-US" sz="3400" dirty="0"/>
              <a:t>Introduction</a:t>
            </a:r>
          </a:p>
        </p:txBody>
      </p:sp>
      <p:sp>
        <p:nvSpPr>
          <p:cNvPr id="8" name="TextBox 7">
            <a:extLst>
              <a:ext uri="{FF2B5EF4-FFF2-40B4-BE49-F238E27FC236}">
                <a16:creationId xmlns:a16="http://schemas.microsoft.com/office/drawing/2014/main" id="{26CBA269-3718-2E52-1F01-EB783E1081C7}"/>
              </a:ext>
            </a:extLst>
          </p:cNvPr>
          <p:cNvSpPr txBox="1"/>
          <p:nvPr/>
        </p:nvSpPr>
        <p:spPr>
          <a:xfrm>
            <a:off x="793750" y="1970038"/>
            <a:ext cx="6096000" cy="2308324"/>
          </a:xfrm>
          <a:prstGeom prst="rect">
            <a:avLst/>
          </a:prstGeom>
          <a:noFill/>
        </p:spPr>
        <p:txBody>
          <a:bodyPr wrap="square">
            <a:spAutoFit/>
          </a:bodyPr>
          <a:lstStyle/>
          <a:p>
            <a:r>
              <a:rPr lang="en-RO" dirty="0"/>
              <a:t>Writing code that is understandable, clear, and maintainable not only by you, but also by others</a:t>
            </a:r>
          </a:p>
          <a:p>
            <a:pPr marL="0" indent="0">
              <a:buNone/>
            </a:pPr>
            <a:endParaRPr lang="en-RO" dirty="0"/>
          </a:p>
          <a:p>
            <a:r>
              <a:rPr lang="en-RO" dirty="0"/>
              <a:t>Reduces technical debt</a:t>
            </a:r>
          </a:p>
          <a:p>
            <a:pPr marL="0" indent="0">
              <a:buNone/>
            </a:pPr>
            <a:endParaRPr lang="en-RO" dirty="0"/>
          </a:p>
          <a:p>
            <a:r>
              <a:rPr lang="en-RO" dirty="0"/>
              <a:t>Maintainces becomes/remains easy</a:t>
            </a:r>
          </a:p>
          <a:p>
            <a:pPr marL="0" indent="0">
              <a:buNone/>
            </a:pPr>
            <a:endParaRPr lang="en-RO" dirty="0"/>
          </a:p>
          <a:p>
            <a:r>
              <a:rPr lang="en-RO" dirty="0"/>
              <a:t>Improves code quality</a:t>
            </a:r>
          </a:p>
        </p:txBody>
      </p:sp>
    </p:spTree>
    <p:extLst>
      <p:ext uri="{BB962C8B-B14F-4D97-AF65-F5344CB8AC3E}">
        <p14:creationId xmlns:p14="http://schemas.microsoft.com/office/powerpoint/2010/main" val="883354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7DD01-9E23-F283-C857-684D903BB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3C447-9D98-7E8E-3E33-ADBF1A241E80}"/>
              </a:ext>
            </a:extLst>
          </p:cNvPr>
          <p:cNvSpPr>
            <a:spLocks noGrp="1"/>
          </p:cNvSpPr>
          <p:nvPr>
            <p:ph type="title"/>
          </p:nvPr>
        </p:nvSpPr>
        <p:spPr>
          <a:xfrm>
            <a:off x="472440" y="1091820"/>
            <a:ext cx="11141804" cy="598867"/>
          </a:xfrm>
        </p:spPr>
        <p:txBody>
          <a:bodyPr anchor="ctr">
            <a:normAutofit/>
          </a:bodyPr>
          <a:lstStyle/>
          <a:p>
            <a:r>
              <a:rPr lang="en-US" sz="3400" dirty="0"/>
              <a:t>Meaningful Names</a:t>
            </a:r>
          </a:p>
        </p:txBody>
      </p:sp>
      <p:sp>
        <p:nvSpPr>
          <p:cNvPr id="8" name="TextBox 7">
            <a:extLst>
              <a:ext uri="{FF2B5EF4-FFF2-40B4-BE49-F238E27FC236}">
                <a16:creationId xmlns:a16="http://schemas.microsoft.com/office/drawing/2014/main" id="{C4BAFC7D-7F1F-1BB0-996F-45C04698F1AD}"/>
              </a:ext>
            </a:extLst>
          </p:cNvPr>
          <p:cNvSpPr txBox="1"/>
          <p:nvPr/>
        </p:nvSpPr>
        <p:spPr>
          <a:xfrm>
            <a:off x="793750" y="1970038"/>
            <a:ext cx="6096000" cy="2862322"/>
          </a:xfrm>
          <a:prstGeom prst="rect">
            <a:avLst/>
          </a:prstGeom>
          <a:noFill/>
        </p:spPr>
        <p:txBody>
          <a:bodyPr wrap="square">
            <a:spAutoFit/>
          </a:bodyPr>
          <a:lstStyle/>
          <a:p>
            <a:pPr marL="285750" indent="-285750">
              <a:buFont typeface="Wingdings 3" charset="2"/>
              <a:buChar char=""/>
            </a:pPr>
            <a:r>
              <a:rPr lang="en-US" dirty="0"/>
              <a:t>Always use relevant names for your variables</a:t>
            </a:r>
          </a:p>
          <a:p>
            <a:pPr marL="285750" indent="-285750">
              <a:buFont typeface="Wingdings 3" charset="2"/>
              <a:buChar char=""/>
            </a:pPr>
            <a:endParaRPr lang="en-US" dirty="0"/>
          </a:p>
          <a:p>
            <a:pPr marL="285750" indent="-285750">
              <a:buFont typeface="Wingdings 3" charset="2"/>
              <a:buChar char=""/>
            </a:pPr>
            <a:r>
              <a:rPr lang="en-US" dirty="0"/>
              <a:t>Remember you are not the only one reading your code</a:t>
            </a:r>
          </a:p>
          <a:p>
            <a:pPr marL="285750" indent="-285750">
              <a:buFont typeface="Wingdings 3" charset="2"/>
              <a:buChar char=""/>
            </a:pPr>
            <a:endParaRPr lang="en-US" dirty="0"/>
          </a:p>
          <a:p>
            <a:pPr marL="285750" indent="-285750">
              <a:buFont typeface="Wingdings 3" charset="2"/>
              <a:buChar char=""/>
            </a:pPr>
            <a:r>
              <a:rPr lang="en-US" dirty="0"/>
              <a:t>Even you will forget eventually what that variable was created for</a:t>
            </a:r>
          </a:p>
          <a:p>
            <a:pPr marL="285750" indent="-285750">
              <a:buFont typeface="Wingdings 3" charset="2"/>
              <a:buChar char=""/>
            </a:pPr>
            <a:endParaRPr lang="en-US" dirty="0"/>
          </a:p>
          <a:p>
            <a:pPr marL="285750" indent="-285750">
              <a:buFont typeface="Wingdings 3" charset="2"/>
              <a:buChar char=""/>
            </a:pPr>
            <a:r>
              <a:rPr lang="en-US" dirty="0"/>
              <a:t>More time will be lost while trying to follow the flow of the app to find out the meaning of a badly named variable</a:t>
            </a:r>
          </a:p>
        </p:txBody>
      </p:sp>
      <p:pic>
        <p:nvPicPr>
          <p:cNvPr id="3" name="Content Placeholder 5">
            <a:extLst>
              <a:ext uri="{FF2B5EF4-FFF2-40B4-BE49-F238E27FC236}">
                <a16:creationId xmlns:a16="http://schemas.microsoft.com/office/drawing/2014/main" id="{62B45E8F-7DEE-1325-D4D3-FC63B60E3E3E}"/>
              </a:ext>
            </a:extLst>
          </p:cNvPr>
          <p:cNvPicPr>
            <a:picLocks noGrp="1" noChangeAspect="1"/>
          </p:cNvPicPr>
          <p:nvPr/>
        </p:nvPicPr>
        <p:blipFill>
          <a:blip r:embed="rId3"/>
          <a:stretch>
            <a:fillRect/>
          </a:stretch>
        </p:blipFill>
        <p:spPr>
          <a:xfrm>
            <a:off x="7313536" y="1970038"/>
            <a:ext cx="4376814" cy="1750725"/>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89189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B241-3BD6-14CC-C217-DE07A5A2A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B5C1B-DC81-97BB-68A8-1F1C584AA9D9}"/>
              </a:ext>
            </a:extLst>
          </p:cNvPr>
          <p:cNvSpPr>
            <a:spLocks noGrp="1"/>
          </p:cNvSpPr>
          <p:nvPr>
            <p:ph type="title"/>
          </p:nvPr>
        </p:nvSpPr>
        <p:spPr>
          <a:xfrm>
            <a:off x="472440" y="1091820"/>
            <a:ext cx="11141804" cy="598867"/>
          </a:xfrm>
        </p:spPr>
        <p:txBody>
          <a:bodyPr anchor="ctr">
            <a:normAutofit/>
          </a:bodyPr>
          <a:lstStyle/>
          <a:p>
            <a:r>
              <a:rPr lang="en-US" sz="3400" dirty="0"/>
              <a:t>Avoid disinformation</a:t>
            </a:r>
          </a:p>
        </p:txBody>
      </p:sp>
      <p:sp>
        <p:nvSpPr>
          <p:cNvPr id="8" name="TextBox 7">
            <a:extLst>
              <a:ext uri="{FF2B5EF4-FFF2-40B4-BE49-F238E27FC236}">
                <a16:creationId xmlns:a16="http://schemas.microsoft.com/office/drawing/2014/main" id="{0AF8E628-258B-D3AC-52D8-5102FE53D7DB}"/>
              </a:ext>
            </a:extLst>
          </p:cNvPr>
          <p:cNvSpPr txBox="1"/>
          <p:nvPr/>
        </p:nvSpPr>
        <p:spPr>
          <a:xfrm>
            <a:off x="793750" y="1970038"/>
            <a:ext cx="6096000" cy="2308324"/>
          </a:xfrm>
          <a:prstGeom prst="rect">
            <a:avLst/>
          </a:prstGeom>
          <a:noFill/>
        </p:spPr>
        <p:txBody>
          <a:bodyPr wrap="square">
            <a:spAutoFit/>
          </a:bodyPr>
          <a:lstStyle/>
          <a:p>
            <a:pPr>
              <a:buFont typeface="Wingdings 3" charset="2"/>
              <a:buChar char=""/>
            </a:pPr>
            <a:r>
              <a:rPr lang="en-US" dirty="0"/>
              <a:t> The name of the variable should tell us as clear as possible what it holds</a:t>
            </a:r>
          </a:p>
          <a:p>
            <a:pPr>
              <a:buFont typeface="Wingdings 3" charset="2"/>
              <a:buChar char=""/>
            </a:pPr>
            <a:endParaRPr lang="en-US" dirty="0"/>
          </a:p>
          <a:p>
            <a:pPr>
              <a:buFont typeface="Wingdings 3" charset="2"/>
              <a:buChar char=""/>
            </a:pPr>
            <a:r>
              <a:rPr lang="en-US" dirty="0"/>
              <a:t> Avoid using names that might be misunderstood</a:t>
            </a:r>
          </a:p>
          <a:p>
            <a:pPr>
              <a:buFont typeface="Wingdings 3" charset="2"/>
              <a:buChar char=""/>
            </a:pPr>
            <a:endParaRPr lang="en-US" dirty="0"/>
          </a:p>
          <a:p>
            <a:pPr>
              <a:buFont typeface="Wingdings 3" charset="2"/>
              <a:buChar char=""/>
            </a:pPr>
            <a:r>
              <a:rPr lang="en-US" dirty="0"/>
              <a:t> Others might use the variable unintentionally in a bad way, and cause harm to your software because of bad naming</a:t>
            </a:r>
          </a:p>
        </p:txBody>
      </p:sp>
      <p:pic>
        <p:nvPicPr>
          <p:cNvPr id="4" name="Content Placeholder 4">
            <a:extLst>
              <a:ext uri="{FF2B5EF4-FFF2-40B4-BE49-F238E27FC236}">
                <a16:creationId xmlns:a16="http://schemas.microsoft.com/office/drawing/2014/main" id="{220B8F42-AE5E-1E24-4D7D-15D0167EA106}"/>
              </a:ext>
            </a:extLst>
          </p:cNvPr>
          <p:cNvPicPr>
            <a:picLocks noGrp="1" noChangeAspect="1"/>
          </p:cNvPicPr>
          <p:nvPr/>
        </p:nvPicPr>
        <p:blipFill>
          <a:blip r:embed="rId3"/>
          <a:stretch>
            <a:fillRect/>
          </a:stretch>
        </p:blipFill>
        <p:spPr>
          <a:xfrm>
            <a:off x="7447431" y="1911350"/>
            <a:ext cx="4408814" cy="2676780"/>
          </a:xfrm>
          <a:prstGeom prst="rect">
            <a:avLst/>
          </a:prstGeom>
          <a:effectLst/>
        </p:spPr>
      </p:pic>
    </p:spTree>
    <p:extLst>
      <p:ext uri="{BB962C8B-B14F-4D97-AF65-F5344CB8AC3E}">
        <p14:creationId xmlns:p14="http://schemas.microsoft.com/office/powerpoint/2010/main" val="171682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6E22A-A17F-F7D9-C202-F87840D95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5194D-2EE0-0572-C004-014E5F09982F}"/>
              </a:ext>
            </a:extLst>
          </p:cNvPr>
          <p:cNvSpPr>
            <a:spLocks noGrp="1"/>
          </p:cNvSpPr>
          <p:nvPr>
            <p:ph type="title"/>
          </p:nvPr>
        </p:nvSpPr>
        <p:spPr>
          <a:xfrm>
            <a:off x="472440" y="1091820"/>
            <a:ext cx="11141804" cy="598867"/>
          </a:xfrm>
        </p:spPr>
        <p:txBody>
          <a:bodyPr anchor="ctr">
            <a:normAutofit/>
          </a:bodyPr>
          <a:lstStyle/>
          <a:p>
            <a:r>
              <a:rPr lang="en-US" sz="3400" dirty="0"/>
              <a:t>Avoid magic numbers</a:t>
            </a:r>
          </a:p>
        </p:txBody>
      </p:sp>
      <p:sp>
        <p:nvSpPr>
          <p:cNvPr id="8" name="TextBox 7">
            <a:extLst>
              <a:ext uri="{FF2B5EF4-FFF2-40B4-BE49-F238E27FC236}">
                <a16:creationId xmlns:a16="http://schemas.microsoft.com/office/drawing/2014/main" id="{C61C30FA-4BD6-C3A3-E466-D1B605344C42}"/>
              </a:ext>
            </a:extLst>
          </p:cNvPr>
          <p:cNvSpPr txBox="1"/>
          <p:nvPr/>
        </p:nvSpPr>
        <p:spPr>
          <a:xfrm>
            <a:off x="793750" y="1970038"/>
            <a:ext cx="6096000" cy="2585323"/>
          </a:xfrm>
          <a:prstGeom prst="rect">
            <a:avLst/>
          </a:prstGeom>
          <a:noFill/>
        </p:spPr>
        <p:txBody>
          <a:bodyPr wrap="square">
            <a:spAutoFit/>
          </a:bodyPr>
          <a:lstStyle/>
          <a:p>
            <a:pPr>
              <a:buFont typeface="Wingdings 3" charset="2"/>
              <a:buChar char=""/>
            </a:pPr>
            <a:r>
              <a:rPr lang="en-US" dirty="0"/>
              <a:t> We must avoid using explicit and meaningless numbers in our code</a:t>
            </a:r>
          </a:p>
          <a:p>
            <a:pPr>
              <a:buFont typeface="Wingdings 3" charset="2"/>
              <a:buChar char=""/>
            </a:pPr>
            <a:endParaRPr lang="en-US" dirty="0"/>
          </a:p>
          <a:p>
            <a:pPr>
              <a:buFont typeface="Wingdings 3" charset="2"/>
              <a:buChar char=""/>
            </a:pPr>
            <a:r>
              <a:rPr lang="en-US" dirty="0"/>
              <a:t> They might mean something to us, but not everyone has the context of why a certain value is chosen</a:t>
            </a:r>
          </a:p>
          <a:p>
            <a:pPr>
              <a:buFont typeface="Wingdings 3" charset="2"/>
              <a:buChar char=""/>
            </a:pPr>
            <a:endParaRPr lang="en-US" dirty="0"/>
          </a:p>
          <a:p>
            <a:pPr>
              <a:buFont typeface="Wingdings 3" charset="2"/>
              <a:buChar char=""/>
            </a:pPr>
            <a:r>
              <a:rPr lang="en-US" dirty="0"/>
              <a:t> Somewhat disputed in industry. Some people say that if a number is used only once, adding a variable for it might actually just add complexity rather than remove it.</a:t>
            </a:r>
          </a:p>
        </p:txBody>
      </p:sp>
      <p:pic>
        <p:nvPicPr>
          <p:cNvPr id="3" name="Content Placeholder 4" descr="A screen shot of a computer code&#10;&#10;Description automatically generated">
            <a:extLst>
              <a:ext uri="{FF2B5EF4-FFF2-40B4-BE49-F238E27FC236}">
                <a16:creationId xmlns:a16="http://schemas.microsoft.com/office/drawing/2014/main" id="{79645FC2-4A88-B948-5C39-BA2716332DDC}"/>
              </a:ext>
            </a:extLst>
          </p:cNvPr>
          <p:cNvPicPr>
            <a:picLocks noGrp="1" noChangeAspect="1"/>
          </p:cNvPicPr>
          <p:nvPr/>
        </p:nvPicPr>
        <p:blipFill rotWithShape="1">
          <a:blip r:embed="rId3"/>
          <a:srcRect r="-1" b="8069"/>
          <a:stretch/>
        </p:blipFill>
        <p:spPr>
          <a:xfrm>
            <a:off x="7450253" y="1091820"/>
            <a:ext cx="4163991" cy="1902375"/>
          </a:xfrm>
          <a:prstGeom prst="rect">
            <a:avLst/>
          </a:prstGeom>
          <a:effectLst/>
        </p:spPr>
      </p:pic>
      <p:pic>
        <p:nvPicPr>
          <p:cNvPr id="5" name="Picture 4" descr="A screenshot of a computer program&#10;&#10;Description automatically generated">
            <a:extLst>
              <a:ext uri="{FF2B5EF4-FFF2-40B4-BE49-F238E27FC236}">
                <a16:creationId xmlns:a16="http://schemas.microsoft.com/office/drawing/2014/main" id="{4E633EE6-E371-2E07-083D-2C3D89AAD577}"/>
              </a:ext>
            </a:extLst>
          </p:cNvPr>
          <p:cNvPicPr>
            <a:picLocks noChangeAspect="1"/>
          </p:cNvPicPr>
          <p:nvPr/>
        </p:nvPicPr>
        <p:blipFill rotWithShape="1">
          <a:blip r:embed="rId4"/>
          <a:srcRect t="1837"/>
          <a:stretch/>
        </p:blipFill>
        <p:spPr>
          <a:xfrm>
            <a:off x="7450252" y="3313114"/>
            <a:ext cx="4163991" cy="2759072"/>
          </a:xfrm>
          <a:prstGeom prst="rect">
            <a:avLst/>
          </a:prstGeom>
          <a:effectLst/>
        </p:spPr>
      </p:pic>
    </p:spTree>
    <p:extLst>
      <p:ext uri="{BB962C8B-B14F-4D97-AF65-F5344CB8AC3E}">
        <p14:creationId xmlns:p14="http://schemas.microsoft.com/office/powerpoint/2010/main" val="3880446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2FE6B-EC9A-ECDA-0C93-EAE851D24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DA509-898F-38D6-B73E-8A91C47238FB}"/>
              </a:ext>
            </a:extLst>
          </p:cNvPr>
          <p:cNvSpPr>
            <a:spLocks noGrp="1"/>
          </p:cNvSpPr>
          <p:nvPr>
            <p:ph type="title"/>
          </p:nvPr>
        </p:nvSpPr>
        <p:spPr>
          <a:xfrm>
            <a:off x="472440" y="1091820"/>
            <a:ext cx="11141804" cy="598867"/>
          </a:xfrm>
        </p:spPr>
        <p:txBody>
          <a:bodyPr anchor="ctr">
            <a:normAutofit/>
          </a:bodyPr>
          <a:lstStyle/>
          <a:p>
            <a:r>
              <a:rPr lang="en-US" sz="3400" dirty="0"/>
              <a:t>Avoid duplicate code</a:t>
            </a:r>
          </a:p>
        </p:txBody>
      </p:sp>
      <p:sp>
        <p:nvSpPr>
          <p:cNvPr id="8" name="TextBox 7">
            <a:extLst>
              <a:ext uri="{FF2B5EF4-FFF2-40B4-BE49-F238E27FC236}">
                <a16:creationId xmlns:a16="http://schemas.microsoft.com/office/drawing/2014/main" id="{634F088D-3A8A-6B6E-1429-1614C421D264}"/>
              </a:ext>
            </a:extLst>
          </p:cNvPr>
          <p:cNvSpPr txBox="1"/>
          <p:nvPr/>
        </p:nvSpPr>
        <p:spPr>
          <a:xfrm>
            <a:off x="793750" y="1970038"/>
            <a:ext cx="6096000" cy="2308324"/>
          </a:xfrm>
          <a:prstGeom prst="rect">
            <a:avLst/>
          </a:prstGeom>
          <a:noFill/>
        </p:spPr>
        <p:txBody>
          <a:bodyPr wrap="square">
            <a:spAutoFit/>
          </a:bodyPr>
          <a:lstStyle/>
          <a:p>
            <a:pPr>
              <a:buFont typeface="Wingdings 3" charset="2"/>
              <a:buChar char=""/>
            </a:pPr>
            <a:r>
              <a:rPr lang="en-US" dirty="0"/>
              <a:t>  There are very few instances in real life where there is a good reason for duplicate code to exist</a:t>
            </a:r>
          </a:p>
          <a:p>
            <a:pPr>
              <a:buFont typeface="Wingdings 3" charset="2"/>
              <a:buChar char=""/>
            </a:pPr>
            <a:endParaRPr lang="en-US" dirty="0"/>
          </a:p>
          <a:p>
            <a:pPr>
              <a:buFont typeface="Wingdings 3" charset="2"/>
              <a:buChar char=""/>
            </a:pPr>
            <a:r>
              <a:rPr lang="en-US" dirty="0"/>
              <a:t> When you have duplicate code, you usually can extract a method and reuse the code</a:t>
            </a:r>
          </a:p>
          <a:p>
            <a:pPr>
              <a:buFont typeface="Wingdings 3" charset="2"/>
              <a:buChar char=""/>
            </a:pPr>
            <a:endParaRPr lang="en-US" dirty="0"/>
          </a:p>
          <a:p>
            <a:pPr>
              <a:buFont typeface="Wingdings 3" charset="2"/>
              <a:buChar char=""/>
            </a:pPr>
            <a:r>
              <a:rPr lang="en-US" dirty="0"/>
              <a:t> If it’s difficult to extract a method, then probably is poor written and you have to consider refactoring it</a:t>
            </a:r>
          </a:p>
        </p:txBody>
      </p:sp>
      <p:pic>
        <p:nvPicPr>
          <p:cNvPr id="7" name="Content Placeholder 4" descr="A computer screen with text and numbers&#10;&#10;Description automatically generated">
            <a:extLst>
              <a:ext uri="{FF2B5EF4-FFF2-40B4-BE49-F238E27FC236}">
                <a16:creationId xmlns:a16="http://schemas.microsoft.com/office/drawing/2014/main" id="{5A0913C0-F45F-54AD-B52D-E70D802AD527}"/>
              </a:ext>
            </a:extLst>
          </p:cNvPr>
          <p:cNvPicPr>
            <a:picLocks noGrp="1" noChangeAspect="1"/>
          </p:cNvPicPr>
          <p:nvPr/>
        </p:nvPicPr>
        <p:blipFill>
          <a:blip r:embed="rId3"/>
          <a:stretch>
            <a:fillRect/>
          </a:stretch>
        </p:blipFill>
        <p:spPr>
          <a:xfrm>
            <a:off x="7327900" y="1924050"/>
            <a:ext cx="4585418" cy="3095156"/>
          </a:xfrm>
          <a:prstGeom prst="rect">
            <a:avLst/>
          </a:prstGeom>
          <a:effectLst/>
        </p:spPr>
      </p:pic>
    </p:spTree>
    <p:extLst>
      <p:ext uri="{BB962C8B-B14F-4D97-AF65-F5344CB8AC3E}">
        <p14:creationId xmlns:p14="http://schemas.microsoft.com/office/powerpoint/2010/main" val="550931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CC9B6-3F0C-11F6-E89F-7A70C0B05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E3812-673E-1B3B-2384-41ADA388471A}"/>
              </a:ext>
            </a:extLst>
          </p:cNvPr>
          <p:cNvSpPr>
            <a:spLocks noGrp="1"/>
          </p:cNvSpPr>
          <p:nvPr>
            <p:ph type="title"/>
          </p:nvPr>
        </p:nvSpPr>
        <p:spPr>
          <a:xfrm>
            <a:off x="472440" y="1091820"/>
            <a:ext cx="11141804" cy="598867"/>
          </a:xfrm>
        </p:spPr>
        <p:txBody>
          <a:bodyPr anchor="ctr">
            <a:normAutofit/>
          </a:bodyPr>
          <a:lstStyle/>
          <a:p>
            <a:r>
              <a:rPr lang="en-US" sz="3400" dirty="0"/>
              <a:t>Concise and focused pieces of code</a:t>
            </a:r>
          </a:p>
        </p:txBody>
      </p:sp>
      <p:sp>
        <p:nvSpPr>
          <p:cNvPr id="8" name="TextBox 7">
            <a:extLst>
              <a:ext uri="{FF2B5EF4-FFF2-40B4-BE49-F238E27FC236}">
                <a16:creationId xmlns:a16="http://schemas.microsoft.com/office/drawing/2014/main" id="{A5AD4F8E-A2BF-81B4-F320-93F505BD504D}"/>
              </a:ext>
            </a:extLst>
          </p:cNvPr>
          <p:cNvSpPr txBox="1"/>
          <p:nvPr/>
        </p:nvSpPr>
        <p:spPr>
          <a:xfrm>
            <a:off x="793750" y="2063750"/>
            <a:ext cx="4743450" cy="3139321"/>
          </a:xfrm>
          <a:prstGeom prst="rect">
            <a:avLst/>
          </a:prstGeom>
          <a:noFill/>
        </p:spPr>
        <p:txBody>
          <a:bodyPr wrap="square">
            <a:spAutoFit/>
          </a:bodyPr>
          <a:lstStyle/>
          <a:p>
            <a:pPr>
              <a:buFont typeface="Wingdings 3" charset="2"/>
              <a:buChar char=""/>
            </a:pPr>
            <a:r>
              <a:rPr lang="en-US" dirty="0"/>
              <a:t>   Methods and snippets of code should be created as atomic as possible</a:t>
            </a:r>
          </a:p>
          <a:p>
            <a:pPr>
              <a:buFont typeface="Wingdings 3" charset="2"/>
              <a:buChar char=""/>
            </a:pPr>
            <a:endParaRPr lang="en-US" dirty="0"/>
          </a:p>
          <a:p>
            <a:pPr>
              <a:buFont typeface="Wingdings 3" charset="2"/>
              <a:buChar char=""/>
            </a:pPr>
            <a:r>
              <a:rPr lang="en-US" dirty="0"/>
              <a:t> Most of the times they should be specialized in doing one thing and be good at it</a:t>
            </a:r>
          </a:p>
          <a:p>
            <a:pPr>
              <a:buFont typeface="Wingdings 3" charset="2"/>
              <a:buChar char=""/>
            </a:pPr>
            <a:endParaRPr lang="en-US" dirty="0"/>
          </a:p>
          <a:p>
            <a:pPr>
              <a:buFont typeface="Wingdings 3" charset="2"/>
              <a:buChar char=""/>
            </a:pPr>
            <a:r>
              <a:rPr lang="en-US" dirty="0"/>
              <a:t> There are different reference values to how many lines a code a method should have, but the main point is you shouldn’t have to scroll through it</a:t>
            </a:r>
          </a:p>
        </p:txBody>
      </p:sp>
      <p:pic>
        <p:nvPicPr>
          <p:cNvPr id="3" name="Content Placeholder 4">
            <a:extLst>
              <a:ext uri="{FF2B5EF4-FFF2-40B4-BE49-F238E27FC236}">
                <a16:creationId xmlns:a16="http://schemas.microsoft.com/office/drawing/2014/main" id="{6F1DCD50-5067-2944-D1CE-7A3E7033BDF6}"/>
              </a:ext>
            </a:extLst>
          </p:cNvPr>
          <p:cNvPicPr>
            <a:picLocks noGrp="1" noChangeAspect="1"/>
          </p:cNvPicPr>
          <p:nvPr/>
        </p:nvPicPr>
        <p:blipFill>
          <a:blip r:embed="rId3"/>
          <a:stretch>
            <a:fillRect/>
          </a:stretch>
        </p:blipFill>
        <p:spPr>
          <a:xfrm>
            <a:off x="5803900" y="2473324"/>
            <a:ext cx="6067783" cy="1911351"/>
          </a:xfrm>
          <a:prstGeom prst="rect">
            <a:avLst/>
          </a:prstGeom>
          <a:effectLst/>
        </p:spPr>
      </p:pic>
    </p:spTree>
    <p:extLst>
      <p:ext uri="{BB962C8B-B14F-4D97-AF65-F5344CB8AC3E}">
        <p14:creationId xmlns:p14="http://schemas.microsoft.com/office/powerpoint/2010/main" val="2035214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98B9E-50B0-0B3A-1D61-BDE6BA9E5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F78ED-A249-119C-9DBC-784779D775A6}"/>
              </a:ext>
            </a:extLst>
          </p:cNvPr>
          <p:cNvSpPr>
            <a:spLocks noGrp="1"/>
          </p:cNvSpPr>
          <p:nvPr>
            <p:ph type="title"/>
          </p:nvPr>
        </p:nvSpPr>
        <p:spPr>
          <a:xfrm>
            <a:off x="472440" y="1091820"/>
            <a:ext cx="11141804" cy="598867"/>
          </a:xfrm>
        </p:spPr>
        <p:txBody>
          <a:bodyPr anchor="ctr">
            <a:normAutofit/>
          </a:bodyPr>
          <a:lstStyle/>
          <a:p>
            <a:r>
              <a:rPr lang="en-US" sz="3400" dirty="0"/>
              <a:t>Comments – Why, not what!</a:t>
            </a:r>
          </a:p>
        </p:txBody>
      </p:sp>
      <p:sp>
        <p:nvSpPr>
          <p:cNvPr id="8" name="TextBox 7">
            <a:extLst>
              <a:ext uri="{FF2B5EF4-FFF2-40B4-BE49-F238E27FC236}">
                <a16:creationId xmlns:a16="http://schemas.microsoft.com/office/drawing/2014/main" id="{D9AF3DC4-8275-50C8-EE34-B2EC7B41BC6C}"/>
              </a:ext>
            </a:extLst>
          </p:cNvPr>
          <p:cNvSpPr txBox="1"/>
          <p:nvPr/>
        </p:nvSpPr>
        <p:spPr>
          <a:xfrm>
            <a:off x="793750" y="2063750"/>
            <a:ext cx="4743450" cy="3139321"/>
          </a:xfrm>
          <a:prstGeom prst="rect">
            <a:avLst/>
          </a:prstGeom>
          <a:noFill/>
        </p:spPr>
        <p:txBody>
          <a:bodyPr wrap="square">
            <a:spAutoFit/>
          </a:bodyPr>
          <a:lstStyle/>
          <a:p>
            <a:pPr>
              <a:buFont typeface="Wingdings 3" charset="2"/>
              <a:buChar char=""/>
            </a:pPr>
            <a:r>
              <a:rPr lang="en-US" dirty="0"/>
              <a:t>   Usually concise and well written code doesn’t need comments</a:t>
            </a:r>
          </a:p>
          <a:p>
            <a:pPr>
              <a:buFont typeface="Wingdings 3" charset="2"/>
              <a:buChar char=""/>
            </a:pPr>
            <a:endParaRPr lang="en-US" dirty="0"/>
          </a:p>
          <a:p>
            <a:pPr>
              <a:buFont typeface="Wingdings 3" charset="2"/>
              <a:buChar char=""/>
            </a:pPr>
            <a:endParaRPr lang="en-US" dirty="0"/>
          </a:p>
          <a:p>
            <a:pPr>
              <a:buFont typeface="Wingdings 3" charset="2"/>
              <a:buChar char=""/>
            </a:pPr>
            <a:r>
              <a:rPr lang="en-US" dirty="0"/>
              <a:t> If comments are needed, be sure to use them to explain ”Why” something is happening, not “What”/”How”. </a:t>
            </a:r>
          </a:p>
          <a:p>
            <a:pPr>
              <a:buFont typeface="Wingdings 3" charset="2"/>
              <a:buChar char=""/>
            </a:pPr>
            <a:endParaRPr lang="en-US" dirty="0"/>
          </a:p>
          <a:p>
            <a:pPr>
              <a:buFont typeface="Wingdings 3" charset="2"/>
              <a:buChar char=""/>
            </a:pPr>
            <a:endParaRPr lang="en-US" dirty="0"/>
          </a:p>
          <a:p>
            <a:pPr>
              <a:buFont typeface="Wingdings 3" charset="2"/>
              <a:buChar char=""/>
            </a:pPr>
            <a:r>
              <a:rPr lang="en-US" dirty="0"/>
              <a:t> Most engineers know </a:t>
            </a:r>
            <a:r>
              <a:rPr lang="en-US" dirty="0" err="1"/>
              <a:t>i</a:t>
            </a:r>
            <a:r>
              <a:rPr lang="en-US" dirty="0"/>
              <a:t>+=2 increases the counter by two</a:t>
            </a:r>
          </a:p>
        </p:txBody>
      </p:sp>
      <p:pic>
        <p:nvPicPr>
          <p:cNvPr id="4" name="Content Placeholder 4">
            <a:extLst>
              <a:ext uri="{FF2B5EF4-FFF2-40B4-BE49-F238E27FC236}">
                <a16:creationId xmlns:a16="http://schemas.microsoft.com/office/drawing/2014/main" id="{B12D62F4-0290-BBCA-AAB1-FA74A68649AD}"/>
              </a:ext>
            </a:extLst>
          </p:cNvPr>
          <p:cNvPicPr>
            <a:picLocks noGrp="1" noChangeAspect="1"/>
          </p:cNvPicPr>
          <p:nvPr/>
        </p:nvPicPr>
        <p:blipFill>
          <a:blip r:embed="rId3"/>
          <a:stretch>
            <a:fillRect/>
          </a:stretch>
        </p:blipFill>
        <p:spPr>
          <a:xfrm>
            <a:off x="5904783" y="2063750"/>
            <a:ext cx="5614835" cy="2947788"/>
          </a:xfrm>
          <a:prstGeom prst="rect">
            <a:avLst/>
          </a:prstGeom>
          <a:effectLst/>
        </p:spPr>
      </p:pic>
    </p:spTree>
    <p:extLst>
      <p:ext uri="{BB962C8B-B14F-4D97-AF65-F5344CB8AC3E}">
        <p14:creationId xmlns:p14="http://schemas.microsoft.com/office/powerpoint/2010/main" val="3456499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7F44A-C6D4-F3EB-95CB-68F873FA5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48AAC-12AD-6626-F40A-6E3A3853C3DC}"/>
              </a:ext>
            </a:extLst>
          </p:cNvPr>
          <p:cNvSpPr>
            <a:spLocks noGrp="1"/>
          </p:cNvSpPr>
          <p:nvPr>
            <p:ph type="title"/>
          </p:nvPr>
        </p:nvSpPr>
        <p:spPr>
          <a:xfrm>
            <a:off x="472440" y="1091820"/>
            <a:ext cx="11141804" cy="598867"/>
          </a:xfrm>
        </p:spPr>
        <p:txBody>
          <a:bodyPr anchor="ctr">
            <a:normAutofit/>
          </a:bodyPr>
          <a:lstStyle/>
          <a:p>
            <a:r>
              <a:rPr lang="en-US" sz="3400" dirty="0"/>
              <a:t>Formatting and styling</a:t>
            </a:r>
          </a:p>
        </p:txBody>
      </p:sp>
      <p:graphicFrame>
        <p:nvGraphicFramePr>
          <p:cNvPr id="3" name="Content Placeholder 4">
            <a:extLst>
              <a:ext uri="{FF2B5EF4-FFF2-40B4-BE49-F238E27FC236}">
                <a16:creationId xmlns:a16="http://schemas.microsoft.com/office/drawing/2014/main" id="{F7AE1B52-2729-5112-4498-24B51CE82A08}"/>
              </a:ext>
            </a:extLst>
          </p:cNvPr>
          <p:cNvGraphicFramePr>
            <a:graphicFrameLocks noGrp="1"/>
          </p:cNvGraphicFramePr>
          <p:nvPr>
            <p:extLst>
              <p:ext uri="{D42A27DB-BD31-4B8C-83A1-F6EECF244321}">
                <p14:modId xmlns:p14="http://schemas.microsoft.com/office/powerpoint/2010/main" val="667021369"/>
              </p:ext>
            </p:extLst>
          </p:nvPr>
        </p:nvGraphicFramePr>
        <p:xfrm>
          <a:off x="648315" y="2539662"/>
          <a:ext cx="10895370" cy="34042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58993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63688-471A-C6CE-D558-9C6EA32E2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5F298-D841-4ABD-7352-B9FEFBFC2AE0}"/>
              </a:ext>
            </a:extLst>
          </p:cNvPr>
          <p:cNvSpPr>
            <a:spLocks noGrp="1"/>
          </p:cNvSpPr>
          <p:nvPr>
            <p:ph type="title"/>
          </p:nvPr>
        </p:nvSpPr>
        <p:spPr>
          <a:xfrm>
            <a:off x="472440" y="1091820"/>
            <a:ext cx="11141804" cy="598867"/>
          </a:xfrm>
        </p:spPr>
        <p:txBody>
          <a:bodyPr anchor="ctr">
            <a:normAutofit/>
          </a:bodyPr>
          <a:lstStyle/>
          <a:p>
            <a:r>
              <a:rPr lang="en-US" sz="3400" dirty="0"/>
              <a:t>Command Query Separation</a:t>
            </a:r>
          </a:p>
        </p:txBody>
      </p:sp>
      <p:sp>
        <p:nvSpPr>
          <p:cNvPr id="8" name="TextBox 7">
            <a:extLst>
              <a:ext uri="{FF2B5EF4-FFF2-40B4-BE49-F238E27FC236}">
                <a16:creationId xmlns:a16="http://schemas.microsoft.com/office/drawing/2014/main" id="{C2ED432A-FDC6-D8FA-234A-EE57C942211E}"/>
              </a:ext>
            </a:extLst>
          </p:cNvPr>
          <p:cNvSpPr txBox="1"/>
          <p:nvPr/>
        </p:nvSpPr>
        <p:spPr>
          <a:xfrm>
            <a:off x="793750" y="2063750"/>
            <a:ext cx="4743450" cy="3416320"/>
          </a:xfrm>
          <a:prstGeom prst="rect">
            <a:avLst/>
          </a:prstGeom>
          <a:noFill/>
        </p:spPr>
        <p:txBody>
          <a:bodyPr wrap="square">
            <a:spAutoFit/>
          </a:bodyPr>
          <a:lstStyle/>
          <a:p>
            <a:pPr>
              <a:buFont typeface="Wingdings 3" charset="2"/>
              <a:buChar char=""/>
            </a:pPr>
            <a:r>
              <a:rPr lang="en-US" dirty="0"/>
              <a:t>CQS is a principle which states that a method should either perform an action or a query that return data to the caller, but not both</a:t>
            </a:r>
          </a:p>
          <a:p>
            <a:pPr>
              <a:buFont typeface="Wingdings 3" charset="2"/>
              <a:buChar char=""/>
            </a:pPr>
            <a:endParaRPr lang="en-US" dirty="0"/>
          </a:p>
          <a:p>
            <a:pPr>
              <a:buFont typeface="Wingdings 3" charset="2"/>
              <a:buChar char=""/>
            </a:pPr>
            <a:r>
              <a:rPr lang="en-US" dirty="0"/>
              <a:t> This greatly improves readability and gives us certainty that a methods “does what it says”. </a:t>
            </a:r>
          </a:p>
          <a:p>
            <a:pPr>
              <a:buFont typeface="Wingdings 3" charset="2"/>
              <a:buChar char=""/>
            </a:pPr>
            <a:endParaRPr lang="en-US" dirty="0"/>
          </a:p>
          <a:p>
            <a:pPr>
              <a:buFont typeface="Wingdings 3" charset="2"/>
              <a:buChar char=""/>
            </a:pPr>
            <a:r>
              <a:rPr lang="en-US" dirty="0"/>
              <a:t>We should not expect a “withdraw” method to return anything, but just to withdraw a certain amount from an account</a:t>
            </a:r>
          </a:p>
        </p:txBody>
      </p:sp>
      <p:pic>
        <p:nvPicPr>
          <p:cNvPr id="3" name="Content Placeholder 6">
            <a:extLst>
              <a:ext uri="{FF2B5EF4-FFF2-40B4-BE49-F238E27FC236}">
                <a16:creationId xmlns:a16="http://schemas.microsoft.com/office/drawing/2014/main" id="{171D643D-C610-2B76-B589-41295CCCBC30}"/>
              </a:ext>
            </a:extLst>
          </p:cNvPr>
          <p:cNvPicPr>
            <a:picLocks noGrp="1" noChangeAspect="1"/>
          </p:cNvPicPr>
          <p:nvPr/>
        </p:nvPicPr>
        <p:blipFill>
          <a:blip r:embed="rId3"/>
          <a:stretch>
            <a:fillRect/>
          </a:stretch>
        </p:blipFill>
        <p:spPr>
          <a:xfrm>
            <a:off x="6998913" y="518849"/>
            <a:ext cx="3810670" cy="2162555"/>
          </a:xfrm>
          <a:prstGeom prst="rect">
            <a:avLst/>
          </a:prstGeom>
          <a:effectLst/>
        </p:spPr>
      </p:pic>
      <p:pic>
        <p:nvPicPr>
          <p:cNvPr id="5" name="Picture 4">
            <a:extLst>
              <a:ext uri="{FF2B5EF4-FFF2-40B4-BE49-F238E27FC236}">
                <a16:creationId xmlns:a16="http://schemas.microsoft.com/office/drawing/2014/main" id="{37170221-EFB2-AB91-241D-EAFEF4412071}"/>
              </a:ext>
            </a:extLst>
          </p:cNvPr>
          <p:cNvPicPr>
            <a:picLocks noChangeAspect="1"/>
          </p:cNvPicPr>
          <p:nvPr/>
        </p:nvPicPr>
        <p:blipFill>
          <a:blip r:embed="rId4"/>
          <a:stretch>
            <a:fillRect/>
          </a:stretch>
        </p:blipFill>
        <p:spPr>
          <a:xfrm>
            <a:off x="6410246" y="2944549"/>
            <a:ext cx="4988003" cy="3242202"/>
          </a:xfrm>
          <a:prstGeom prst="rect">
            <a:avLst/>
          </a:prstGeom>
          <a:effectLst/>
        </p:spPr>
      </p:pic>
    </p:spTree>
    <p:extLst>
      <p:ext uri="{BB962C8B-B14F-4D97-AF65-F5344CB8AC3E}">
        <p14:creationId xmlns:p14="http://schemas.microsoft.com/office/powerpoint/2010/main" val="2677263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69850-B456-F063-27CF-328D21D2A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11609-C075-759D-AC25-64097EE8D585}"/>
              </a:ext>
            </a:extLst>
          </p:cNvPr>
          <p:cNvSpPr>
            <a:spLocks noGrp="1"/>
          </p:cNvSpPr>
          <p:nvPr>
            <p:ph type="title"/>
          </p:nvPr>
        </p:nvSpPr>
        <p:spPr>
          <a:xfrm>
            <a:off x="472440" y="1091820"/>
            <a:ext cx="11141804" cy="598867"/>
          </a:xfrm>
        </p:spPr>
        <p:txBody>
          <a:bodyPr anchor="ctr">
            <a:normAutofit/>
          </a:bodyPr>
          <a:lstStyle/>
          <a:p>
            <a:r>
              <a:rPr lang="en-US" sz="3400" dirty="0"/>
              <a:t>Single Responsibility Principle</a:t>
            </a:r>
          </a:p>
        </p:txBody>
      </p:sp>
      <p:sp>
        <p:nvSpPr>
          <p:cNvPr id="8" name="TextBox 7">
            <a:extLst>
              <a:ext uri="{FF2B5EF4-FFF2-40B4-BE49-F238E27FC236}">
                <a16:creationId xmlns:a16="http://schemas.microsoft.com/office/drawing/2014/main" id="{247FBE13-86AD-6B99-12E2-F59B63DA2E90}"/>
              </a:ext>
            </a:extLst>
          </p:cNvPr>
          <p:cNvSpPr txBox="1"/>
          <p:nvPr/>
        </p:nvSpPr>
        <p:spPr>
          <a:xfrm>
            <a:off x="793750" y="2063750"/>
            <a:ext cx="4743450" cy="2862322"/>
          </a:xfrm>
          <a:prstGeom prst="rect">
            <a:avLst/>
          </a:prstGeom>
          <a:noFill/>
        </p:spPr>
        <p:txBody>
          <a:bodyPr wrap="square">
            <a:spAutoFit/>
          </a:bodyPr>
          <a:lstStyle/>
          <a:p>
            <a:pPr>
              <a:buFont typeface="Wingdings 3" charset="2"/>
              <a:buChar char=""/>
            </a:pPr>
            <a:r>
              <a:rPr lang="en-US" dirty="0"/>
              <a:t> SRP is a principle that states that a class should have one and only one reason to change.</a:t>
            </a:r>
          </a:p>
          <a:p>
            <a:pPr>
              <a:buFont typeface="Wingdings 3" charset="2"/>
              <a:buChar char=""/>
            </a:pPr>
            <a:endParaRPr lang="en-US" dirty="0"/>
          </a:p>
          <a:p>
            <a:pPr>
              <a:buFont typeface="Wingdings 3" charset="2"/>
              <a:buChar char=""/>
            </a:pPr>
            <a:r>
              <a:rPr lang="en-US" dirty="0"/>
              <a:t> This means that each class has one job, and usually it’s scope should not overextend</a:t>
            </a:r>
          </a:p>
          <a:p>
            <a:pPr>
              <a:buFont typeface="Wingdings 3" charset="2"/>
              <a:buChar char=""/>
            </a:pPr>
            <a:endParaRPr lang="en-US" dirty="0"/>
          </a:p>
          <a:p>
            <a:pPr>
              <a:buFont typeface="Wingdings 3" charset="2"/>
              <a:buChar char=""/>
            </a:pPr>
            <a:r>
              <a:rPr lang="en-US" dirty="0"/>
              <a:t>We should rather have specialized classes for each task we might need to complete in our app flow</a:t>
            </a:r>
          </a:p>
        </p:txBody>
      </p:sp>
      <p:pic>
        <p:nvPicPr>
          <p:cNvPr id="4" name="Content Placeholder 4">
            <a:extLst>
              <a:ext uri="{FF2B5EF4-FFF2-40B4-BE49-F238E27FC236}">
                <a16:creationId xmlns:a16="http://schemas.microsoft.com/office/drawing/2014/main" id="{C141727B-E6C4-1BAB-AE3F-A94DDD180DD6}"/>
              </a:ext>
            </a:extLst>
          </p:cNvPr>
          <p:cNvPicPr>
            <a:picLocks noGrp="1" noChangeAspect="1"/>
          </p:cNvPicPr>
          <p:nvPr/>
        </p:nvPicPr>
        <p:blipFill>
          <a:blip r:embed="rId3"/>
          <a:stretch>
            <a:fillRect/>
          </a:stretch>
        </p:blipFill>
        <p:spPr>
          <a:xfrm>
            <a:off x="6546265" y="939797"/>
            <a:ext cx="5449471" cy="2247906"/>
          </a:xfrm>
          <a:prstGeom prst="rect">
            <a:avLst/>
          </a:prstGeom>
          <a:effectLst/>
        </p:spPr>
      </p:pic>
      <p:pic>
        <p:nvPicPr>
          <p:cNvPr id="6" name="Picture 5">
            <a:extLst>
              <a:ext uri="{FF2B5EF4-FFF2-40B4-BE49-F238E27FC236}">
                <a16:creationId xmlns:a16="http://schemas.microsoft.com/office/drawing/2014/main" id="{1B8F81AD-3134-B364-1368-C5FF60C01457}"/>
              </a:ext>
            </a:extLst>
          </p:cNvPr>
          <p:cNvPicPr>
            <a:picLocks noChangeAspect="1"/>
          </p:cNvPicPr>
          <p:nvPr/>
        </p:nvPicPr>
        <p:blipFill>
          <a:blip r:embed="rId4"/>
          <a:stretch>
            <a:fillRect/>
          </a:stretch>
        </p:blipFill>
        <p:spPr>
          <a:xfrm>
            <a:off x="6836633" y="3494911"/>
            <a:ext cx="5159103" cy="2721427"/>
          </a:xfrm>
          <a:prstGeom prst="rect">
            <a:avLst/>
          </a:prstGeom>
          <a:effectLst/>
        </p:spPr>
      </p:pic>
    </p:spTree>
    <p:extLst>
      <p:ext uri="{BB962C8B-B14F-4D97-AF65-F5344CB8AC3E}">
        <p14:creationId xmlns:p14="http://schemas.microsoft.com/office/powerpoint/2010/main" val="1395412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EAD2-7670-EEC3-C565-7BA3A5F0F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77F78-0C09-BCDF-B6A3-2574E2D104A2}"/>
              </a:ext>
            </a:extLst>
          </p:cNvPr>
          <p:cNvSpPr>
            <a:spLocks noGrp="1"/>
          </p:cNvSpPr>
          <p:nvPr>
            <p:ph type="title"/>
          </p:nvPr>
        </p:nvSpPr>
        <p:spPr>
          <a:xfrm>
            <a:off x="472440" y="1091820"/>
            <a:ext cx="11141804" cy="598867"/>
          </a:xfrm>
        </p:spPr>
        <p:txBody>
          <a:bodyPr anchor="ctr">
            <a:normAutofit/>
          </a:bodyPr>
          <a:lstStyle/>
          <a:p>
            <a:r>
              <a:rPr lang="en-US" sz="3400" dirty="0"/>
              <a:t>Dependency Inversion Principle</a:t>
            </a:r>
          </a:p>
        </p:txBody>
      </p:sp>
      <p:sp>
        <p:nvSpPr>
          <p:cNvPr id="8" name="TextBox 7">
            <a:extLst>
              <a:ext uri="{FF2B5EF4-FFF2-40B4-BE49-F238E27FC236}">
                <a16:creationId xmlns:a16="http://schemas.microsoft.com/office/drawing/2014/main" id="{07A2BA1D-27E3-2512-5A5C-D5AEF4662CF3}"/>
              </a:ext>
            </a:extLst>
          </p:cNvPr>
          <p:cNvSpPr txBox="1"/>
          <p:nvPr/>
        </p:nvSpPr>
        <p:spPr>
          <a:xfrm>
            <a:off x="793750" y="2063750"/>
            <a:ext cx="4743450" cy="3083921"/>
          </a:xfrm>
          <a:prstGeom prst="rect">
            <a:avLst/>
          </a:prstGeom>
          <a:noFill/>
        </p:spPr>
        <p:txBody>
          <a:bodyPr wrap="square">
            <a:spAutoFit/>
          </a:bodyPr>
          <a:lstStyle/>
          <a:p>
            <a:pPr>
              <a:lnSpc>
                <a:spcPct val="90000"/>
              </a:lnSpc>
              <a:buFont typeface="Wingdings 3" charset="2"/>
              <a:buChar char=""/>
            </a:pPr>
            <a:r>
              <a:rPr lang="en-US" dirty="0"/>
              <a:t>  DIP is a principle that dictates that high-level modules should not depend on low-level modules</a:t>
            </a:r>
          </a:p>
          <a:p>
            <a:pPr>
              <a:lnSpc>
                <a:spcPct val="90000"/>
              </a:lnSpc>
              <a:buFont typeface="Wingdings 3" charset="2"/>
              <a:buChar char=""/>
            </a:pPr>
            <a:endParaRPr lang="en-US" dirty="0"/>
          </a:p>
          <a:p>
            <a:pPr>
              <a:lnSpc>
                <a:spcPct val="90000"/>
              </a:lnSpc>
              <a:buFont typeface="Wingdings 3" charset="2"/>
              <a:buChar char=""/>
            </a:pPr>
            <a:r>
              <a:rPr lang="en-US" dirty="0"/>
              <a:t> Both should depend on abstractions and the abstraction should not depend on details</a:t>
            </a:r>
          </a:p>
          <a:p>
            <a:pPr>
              <a:lnSpc>
                <a:spcPct val="90000"/>
              </a:lnSpc>
              <a:buFont typeface="Wingdings 3" charset="2"/>
              <a:buChar char=""/>
            </a:pPr>
            <a:endParaRPr lang="en-US" dirty="0"/>
          </a:p>
          <a:p>
            <a:pPr>
              <a:lnSpc>
                <a:spcPct val="90000"/>
              </a:lnSpc>
              <a:buFont typeface="Wingdings 3" charset="2"/>
              <a:buChar char=""/>
            </a:pPr>
            <a:r>
              <a:rPr lang="en-US" dirty="0"/>
              <a:t>We must maintain loose coupling between our classes and not create strong dependencies between each of them as we do not know how can the code from other classes change over time</a:t>
            </a:r>
          </a:p>
        </p:txBody>
      </p:sp>
      <p:pic>
        <p:nvPicPr>
          <p:cNvPr id="3" name="Content Placeholder 4">
            <a:extLst>
              <a:ext uri="{FF2B5EF4-FFF2-40B4-BE49-F238E27FC236}">
                <a16:creationId xmlns:a16="http://schemas.microsoft.com/office/drawing/2014/main" id="{7A327D62-9DF9-73E8-FEA5-6B6F9E645DFC}"/>
              </a:ext>
            </a:extLst>
          </p:cNvPr>
          <p:cNvPicPr>
            <a:picLocks noGrp="1" noChangeAspect="1"/>
          </p:cNvPicPr>
          <p:nvPr/>
        </p:nvPicPr>
        <p:blipFill rotWithShape="1">
          <a:blip r:embed="rId3"/>
          <a:srcRect r="21369" b="-2"/>
          <a:stretch/>
        </p:blipFill>
        <p:spPr>
          <a:xfrm>
            <a:off x="5639589" y="1860550"/>
            <a:ext cx="2894823" cy="1942044"/>
          </a:xfrm>
          <a:prstGeom prst="rect">
            <a:avLst/>
          </a:prstGeom>
          <a:effectLst/>
        </p:spPr>
      </p:pic>
      <p:pic>
        <p:nvPicPr>
          <p:cNvPr id="7" name="Picture 6">
            <a:extLst>
              <a:ext uri="{FF2B5EF4-FFF2-40B4-BE49-F238E27FC236}">
                <a16:creationId xmlns:a16="http://schemas.microsoft.com/office/drawing/2014/main" id="{C2F7C472-4BEC-724C-5336-BAC4907E9227}"/>
              </a:ext>
            </a:extLst>
          </p:cNvPr>
          <p:cNvPicPr>
            <a:picLocks noChangeAspect="1"/>
          </p:cNvPicPr>
          <p:nvPr/>
        </p:nvPicPr>
        <p:blipFill>
          <a:blip r:embed="rId4"/>
          <a:stretch>
            <a:fillRect/>
          </a:stretch>
        </p:blipFill>
        <p:spPr>
          <a:xfrm>
            <a:off x="6904128" y="4283116"/>
            <a:ext cx="3583867" cy="806369"/>
          </a:xfrm>
          <a:prstGeom prst="rect">
            <a:avLst/>
          </a:prstGeom>
          <a:effectLst/>
        </p:spPr>
      </p:pic>
      <p:pic>
        <p:nvPicPr>
          <p:cNvPr id="9" name="Picture 8">
            <a:extLst>
              <a:ext uri="{FF2B5EF4-FFF2-40B4-BE49-F238E27FC236}">
                <a16:creationId xmlns:a16="http://schemas.microsoft.com/office/drawing/2014/main" id="{F479913B-AD0E-0D4C-0A40-ACC3AC4D14E9}"/>
              </a:ext>
            </a:extLst>
          </p:cNvPr>
          <p:cNvPicPr>
            <a:picLocks noChangeAspect="1"/>
          </p:cNvPicPr>
          <p:nvPr/>
        </p:nvPicPr>
        <p:blipFill>
          <a:blip r:embed="rId5"/>
          <a:stretch>
            <a:fillRect/>
          </a:stretch>
        </p:blipFill>
        <p:spPr>
          <a:xfrm>
            <a:off x="8855261" y="1933575"/>
            <a:ext cx="3265444" cy="1795994"/>
          </a:xfrm>
          <a:prstGeom prst="rect">
            <a:avLst/>
          </a:prstGeom>
          <a:effectLst/>
        </p:spPr>
      </p:pic>
    </p:spTree>
    <p:extLst>
      <p:ext uri="{BB962C8B-B14F-4D97-AF65-F5344CB8AC3E}">
        <p14:creationId xmlns:p14="http://schemas.microsoft.com/office/powerpoint/2010/main" val="2355988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TSS Roboto">
      <a:majorFont>
        <a:latin typeface="Roboto Medium"/>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sz="1000" dirty="0" smtClean="0">
            <a:latin typeface="Roboto Light" panose="02000000000000000000" pitchFamily="2" charset="0"/>
            <a:ea typeface="Roboto Light" panose="02000000000000000000" pitchFamily="2" charset="0"/>
          </a:defRPr>
        </a:defPPr>
      </a:lstStyle>
    </a:txDef>
  </a:objectDefaults>
  <a:extraClrSchemeLst/>
  <a:extLst>
    <a:ext uri="{05A4C25C-085E-4340-85A3-A5531E510DB2}">
      <thm15:themeFamily xmlns:thm15="http://schemas.microsoft.com/office/thememl/2012/main" name="ITSS template simple v01 2023 .potx" id="{291087DE-49C5-4F63-8C49-0913628F46B7}" vid="{70AC428F-BEED-44E7-BB71-7F1B8D9107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2327160-3c29-4b32-9d12-d1bf3900ce19" xsi:nil="true"/>
    <lcf76f155ced4ddcb4097134ff3c332f xmlns="9fdbb4ac-57f0-4155-9258-15310c4b7c2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76DEA48D4D2148B77257000BB46D40" ma:contentTypeVersion="14" ma:contentTypeDescription="Create a new document." ma:contentTypeScope="" ma:versionID="9a9b8eeefed18b16d1f591022d1c4a0a">
  <xsd:schema xmlns:xsd="http://www.w3.org/2001/XMLSchema" xmlns:xs="http://www.w3.org/2001/XMLSchema" xmlns:p="http://schemas.microsoft.com/office/2006/metadata/properties" xmlns:ns2="9fdbb4ac-57f0-4155-9258-15310c4b7c2c" xmlns:ns3="f2327160-3c29-4b32-9d12-d1bf3900ce19" targetNamespace="http://schemas.microsoft.com/office/2006/metadata/properties" ma:root="true" ma:fieldsID="57e3e8a0ee7d57f5f622a22c4dbf388f" ns2:_="" ns3:_="">
    <xsd:import namespace="9fdbb4ac-57f0-4155-9258-15310c4b7c2c"/>
    <xsd:import namespace="f2327160-3c29-4b32-9d12-d1bf3900ce19"/>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bb4ac-57f0-4155-9258-15310c4b7c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040045a-424b-47e5-96a8-15817e74bfc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327160-3c29-4b32-9d12-d1bf3900ce1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448d754-18b9-4bde-a7aa-1238c9d4a016}" ma:internalName="TaxCatchAll" ma:showField="CatchAllData" ma:web="f2327160-3c29-4b32-9d12-d1bf3900ce1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D8D2B7-E63E-47E8-829B-111CFA3DF0BC}">
  <ds:schemaRefs>
    <ds:schemaRef ds:uri="9fdbb4ac-57f0-4155-9258-15310c4b7c2c"/>
    <ds:schemaRef ds:uri="f2327160-3c29-4b32-9d12-d1bf3900ce1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C6A6C3E-FFE8-4483-9855-C138C5313D4D}">
  <ds:schemaRefs>
    <ds:schemaRef ds:uri="9fdbb4ac-57f0-4155-9258-15310c4b7c2c"/>
    <ds:schemaRef ds:uri="f2327160-3c29-4b32-9d12-d1bf3900ce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05CC669-0EDC-4C1E-8DAA-BB249DEB51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63</TotalTime>
  <Words>656</Words>
  <Application>Microsoft Office PowerPoint</Application>
  <PresentationFormat>Widescreen</PresentationFormat>
  <Paragraphs>85</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Roboto</vt:lpstr>
      <vt:lpstr>Roboto Light</vt:lpstr>
      <vt:lpstr>Roboto Medium</vt:lpstr>
      <vt:lpstr>Wingdings 3</vt:lpstr>
      <vt:lpstr>Office Theme</vt:lpstr>
      <vt:lpstr>Clean Code</vt:lpstr>
      <vt:lpstr>What is “Clean Code”?</vt:lpstr>
      <vt:lpstr>Introduction</vt:lpstr>
      <vt:lpstr>Meaningful Names</vt:lpstr>
      <vt:lpstr>Avoid disinformation</vt:lpstr>
      <vt:lpstr>Avoid magic numbers</vt:lpstr>
      <vt:lpstr>Avoid duplicate code</vt:lpstr>
      <vt:lpstr>Concise and focused pieces of code</vt:lpstr>
      <vt:lpstr>Comments – Why, not what!</vt:lpstr>
      <vt:lpstr>Formatting and styling</vt:lpstr>
      <vt:lpstr>Command Query Separation</vt:lpstr>
      <vt:lpstr>Single Responsibility Principle</vt:lpstr>
      <vt:lpstr>Dependency Inversion Principle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 Zainea</dc:creator>
  <cp:lastModifiedBy>Bogdan David</cp:lastModifiedBy>
  <cp:revision>19</cp:revision>
  <dcterms:created xsi:type="dcterms:W3CDTF">2025-05-21T14:36:18Z</dcterms:created>
  <dcterms:modified xsi:type="dcterms:W3CDTF">2025-09-27T12:06:20Z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0x0101003576DEA48D4D2148B77257000BB46D40</vt:lpwstr>
  </property>
  <property fmtid="{D5CDD505-2E9C-101B-9397-08002B2CF9AE}" pid="3" name="MediaServiceImageTags">
    <vt:lpwstr/>
  </property>
</Properties>
</file>