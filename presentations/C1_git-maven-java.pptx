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15"/>
  </p:notesMasterIdLst>
  <p:handoutMasterIdLst>
    <p:handoutMasterId r:id="rId16"/>
  </p:handoutMasterIdLst>
  <p:sldIdLst>
    <p:sldId id="257" r:id="rId5"/>
    <p:sldId id="375" r:id="rId6"/>
    <p:sldId id="381" r:id="rId7"/>
    <p:sldId id="382" r:id="rId8"/>
    <p:sldId id="384" r:id="rId9"/>
    <p:sldId id="385" r:id="rId10"/>
    <p:sldId id="386" r:id="rId11"/>
    <p:sldId id="387" r:id="rId12"/>
    <p:sldId id="388" r:id="rId13"/>
    <p:sldId id="38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0A42BE-D8A9-5553-988A-7442DE4A4080}" name="Andrei Rizea" initials="AR" userId="S::andrei.rizea@itsmartsystems.eu::717dec01-bfe8-423d-83a1-0cd626eacbc5" providerId="AD"/>
  <p188:author id="{6302D0CC-D211-AD5F-4BAF-849B5CD701C9}" name="Aurel Nica" initials="AN" userId="S::aurel.nica@itsmartsystems.eu::de53102f-bbc4-4232-88db-c95b7b8da84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C0"/>
    <a:srgbClr val="0298E3"/>
    <a:srgbClr val="00A0EC"/>
    <a:srgbClr val="194EA5"/>
    <a:srgbClr val="1D48A1"/>
    <a:srgbClr val="2B3595"/>
    <a:srgbClr val="F0F0F0"/>
    <a:srgbClr val="0C61B1"/>
    <a:srgbClr val="BEE3FA"/>
    <a:srgbClr val="03A2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0D4EAE-D426-864C-AAE2-6A0FD73A0948}" v="186" dt="2025-07-25T07:49:37.6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2886" y="132"/>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D56BA5-B659-006C-29E2-FC75A17D468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ACB57B1-AAC1-97DE-E2A6-1B61871D72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F053B8-80AE-4DAF-8C37-151CAE98F266}" type="datetimeFigureOut">
              <a:rPr lang="en-US" smtClean="0"/>
              <a:t>27/09/2025</a:t>
            </a:fld>
            <a:endParaRPr lang="en-US"/>
          </a:p>
        </p:txBody>
      </p:sp>
      <p:sp>
        <p:nvSpPr>
          <p:cNvPr id="4" name="Footer Placeholder 3">
            <a:extLst>
              <a:ext uri="{FF2B5EF4-FFF2-40B4-BE49-F238E27FC236}">
                <a16:creationId xmlns:a16="http://schemas.microsoft.com/office/drawing/2014/main" id="{6265149A-136C-319A-BB73-82FDE2EBE80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86CD9D0-8A85-5793-F877-422D8887338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80CEB6-53BA-4E15-89ED-932D829F0FAF}" type="slidenum">
              <a:rPr lang="en-US" smtClean="0"/>
              <a:t>‹#›</a:t>
            </a:fld>
            <a:endParaRPr lang="en-US"/>
          </a:p>
        </p:txBody>
      </p:sp>
    </p:spTree>
    <p:extLst>
      <p:ext uri="{BB962C8B-B14F-4D97-AF65-F5344CB8AC3E}">
        <p14:creationId xmlns:p14="http://schemas.microsoft.com/office/powerpoint/2010/main" val="33423411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922FDA-22DD-44E3-AF8C-2DE3156E25CB}" type="datetimeFigureOut">
              <a:rPr lang="en-US" smtClean="0"/>
              <a:t>27/09/2025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A32559-C416-46EC-BE00-2A3C4502CB50}" type="slidenum">
              <a:rPr lang="en-US" smtClean="0"/>
              <a:t>‹#›</a:t>
            </a:fld>
            <a:endParaRPr lang="en-US"/>
          </a:p>
        </p:txBody>
      </p:sp>
    </p:spTree>
    <p:extLst>
      <p:ext uri="{BB962C8B-B14F-4D97-AF65-F5344CB8AC3E}">
        <p14:creationId xmlns:p14="http://schemas.microsoft.com/office/powerpoint/2010/main" val="279548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A32559-C416-46EC-BE00-2A3C4502CB50}" type="slidenum">
              <a:rPr lang="en-US" smtClean="0"/>
              <a:t>1</a:t>
            </a:fld>
            <a:endParaRPr lang="en-US"/>
          </a:p>
        </p:txBody>
      </p:sp>
    </p:spTree>
    <p:extLst>
      <p:ext uri="{BB962C8B-B14F-4D97-AF65-F5344CB8AC3E}">
        <p14:creationId xmlns:p14="http://schemas.microsoft.com/office/powerpoint/2010/main" val="3801277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A32559-C416-46EC-BE00-2A3C4502CB50}" type="slidenum">
              <a:rPr lang="en-US" smtClean="0"/>
              <a:t>2</a:t>
            </a:fld>
            <a:endParaRPr lang="en-US"/>
          </a:p>
        </p:txBody>
      </p:sp>
    </p:spTree>
    <p:extLst>
      <p:ext uri="{BB962C8B-B14F-4D97-AF65-F5344CB8AC3E}">
        <p14:creationId xmlns:p14="http://schemas.microsoft.com/office/powerpoint/2010/main" val="2903969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467DA-F195-AA12-0355-BD3C59FDE3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31283-A6CF-6259-D549-0B809373E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CFBD9-6F63-E7C4-EEE1-3AA47ABB8D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A12C3B-9C8A-2B0D-C1F0-15A32568D0A9}"/>
              </a:ext>
            </a:extLst>
          </p:cNvPr>
          <p:cNvSpPr>
            <a:spLocks noGrp="1"/>
          </p:cNvSpPr>
          <p:nvPr>
            <p:ph type="sldNum" sz="quarter" idx="5"/>
          </p:nvPr>
        </p:nvSpPr>
        <p:spPr/>
        <p:txBody>
          <a:bodyPr/>
          <a:lstStyle/>
          <a:p>
            <a:fld id="{A9A32559-C416-46EC-BE00-2A3C4502CB50}" type="slidenum">
              <a:rPr lang="en-US" smtClean="0"/>
              <a:t>3</a:t>
            </a:fld>
            <a:endParaRPr lang="en-US"/>
          </a:p>
        </p:txBody>
      </p:sp>
    </p:spTree>
    <p:extLst>
      <p:ext uri="{BB962C8B-B14F-4D97-AF65-F5344CB8AC3E}">
        <p14:creationId xmlns:p14="http://schemas.microsoft.com/office/powerpoint/2010/main" val="1106377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C80DD-2DD5-E21E-038B-1C5496D2C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5B669-2613-C6BA-6F95-748065D677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2CBC9-461C-CB2F-C86D-513AAB6A0F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744FCA-1936-8794-6EEC-3469E5159B1C}"/>
              </a:ext>
            </a:extLst>
          </p:cNvPr>
          <p:cNvSpPr>
            <a:spLocks noGrp="1"/>
          </p:cNvSpPr>
          <p:nvPr>
            <p:ph type="sldNum" sz="quarter" idx="5"/>
          </p:nvPr>
        </p:nvSpPr>
        <p:spPr/>
        <p:txBody>
          <a:bodyPr/>
          <a:lstStyle/>
          <a:p>
            <a:fld id="{A9A32559-C416-46EC-BE00-2A3C4502CB50}" type="slidenum">
              <a:rPr lang="en-US" smtClean="0"/>
              <a:t>4</a:t>
            </a:fld>
            <a:endParaRPr lang="en-US"/>
          </a:p>
        </p:txBody>
      </p:sp>
    </p:spTree>
    <p:extLst>
      <p:ext uri="{BB962C8B-B14F-4D97-AF65-F5344CB8AC3E}">
        <p14:creationId xmlns:p14="http://schemas.microsoft.com/office/powerpoint/2010/main" val="2981559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B3E84-6DDA-7E2C-C21B-615652A25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329943-DABB-B210-9ED8-2DAE46D5B3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5A416A-6ED1-9D4D-F207-7550C10021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B8166D-1B4F-1ABD-3CB1-0A1AE7C0C4D7}"/>
              </a:ext>
            </a:extLst>
          </p:cNvPr>
          <p:cNvSpPr>
            <a:spLocks noGrp="1"/>
          </p:cNvSpPr>
          <p:nvPr>
            <p:ph type="sldNum" sz="quarter" idx="5"/>
          </p:nvPr>
        </p:nvSpPr>
        <p:spPr/>
        <p:txBody>
          <a:bodyPr/>
          <a:lstStyle/>
          <a:p>
            <a:fld id="{A9A32559-C416-46EC-BE00-2A3C4502CB50}" type="slidenum">
              <a:rPr lang="en-US" smtClean="0"/>
              <a:t>5</a:t>
            </a:fld>
            <a:endParaRPr lang="en-US"/>
          </a:p>
        </p:txBody>
      </p:sp>
    </p:spTree>
    <p:extLst>
      <p:ext uri="{BB962C8B-B14F-4D97-AF65-F5344CB8AC3E}">
        <p14:creationId xmlns:p14="http://schemas.microsoft.com/office/powerpoint/2010/main" val="3858224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BB72-05F7-E680-B011-3CF4AFAE8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0157E-31AC-B1E1-DE99-C609F7188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7CCFB-D8F9-64E3-FA1F-DF7FD2E688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DF25BD-ED33-5804-9E24-1CCCB4754E97}"/>
              </a:ext>
            </a:extLst>
          </p:cNvPr>
          <p:cNvSpPr>
            <a:spLocks noGrp="1"/>
          </p:cNvSpPr>
          <p:nvPr>
            <p:ph type="sldNum" sz="quarter" idx="5"/>
          </p:nvPr>
        </p:nvSpPr>
        <p:spPr/>
        <p:txBody>
          <a:bodyPr/>
          <a:lstStyle/>
          <a:p>
            <a:fld id="{A9A32559-C416-46EC-BE00-2A3C4502CB50}" type="slidenum">
              <a:rPr lang="en-US" smtClean="0"/>
              <a:t>6</a:t>
            </a:fld>
            <a:endParaRPr lang="en-US"/>
          </a:p>
        </p:txBody>
      </p:sp>
    </p:spTree>
    <p:extLst>
      <p:ext uri="{BB962C8B-B14F-4D97-AF65-F5344CB8AC3E}">
        <p14:creationId xmlns:p14="http://schemas.microsoft.com/office/powerpoint/2010/main" val="2221142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C5B54-1127-60BC-CFDC-D59D87D6B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F41C0-94B5-EBF4-4E0D-AE905A64C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99AC4E-CB36-C757-9374-8087903A93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C64D56-E231-C5CB-EE21-E29BA476F314}"/>
              </a:ext>
            </a:extLst>
          </p:cNvPr>
          <p:cNvSpPr>
            <a:spLocks noGrp="1"/>
          </p:cNvSpPr>
          <p:nvPr>
            <p:ph type="sldNum" sz="quarter" idx="5"/>
          </p:nvPr>
        </p:nvSpPr>
        <p:spPr/>
        <p:txBody>
          <a:bodyPr/>
          <a:lstStyle/>
          <a:p>
            <a:fld id="{A9A32559-C416-46EC-BE00-2A3C4502CB50}" type="slidenum">
              <a:rPr lang="en-US" smtClean="0"/>
              <a:t>7</a:t>
            </a:fld>
            <a:endParaRPr lang="en-US"/>
          </a:p>
        </p:txBody>
      </p:sp>
    </p:spTree>
    <p:extLst>
      <p:ext uri="{BB962C8B-B14F-4D97-AF65-F5344CB8AC3E}">
        <p14:creationId xmlns:p14="http://schemas.microsoft.com/office/powerpoint/2010/main" val="994038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00E43-DD00-FD71-D6BB-C3DD257C6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F976B-2159-6355-AF5E-8BE2DB12F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283D12-9C50-FB4A-E6BE-382A5D913A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8E6105-9841-8862-8D1C-C3A1A07D17E9}"/>
              </a:ext>
            </a:extLst>
          </p:cNvPr>
          <p:cNvSpPr>
            <a:spLocks noGrp="1"/>
          </p:cNvSpPr>
          <p:nvPr>
            <p:ph type="sldNum" sz="quarter" idx="5"/>
          </p:nvPr>
        </p:nvSpPr>
        <p:spPr/>
        <p:txBody>
          <a:bodyPr/>
          <a:lstStyle/>
          <a:p>
            <a:fld id="{A9A32559-C416-46EC-BE00-2A3C4502CB50}" type="slidenum">
              <a:rPr lang="en-US" smtClean="0"/>
              <a:t>8</a:t>
            </a:fld>
            <a:endParaRPr lang="en-US"/>
          </a:p>
        </p:txBody>
      </p:sp>
    </p:spTree>
    <p:extLst>
      <p:ext uri="{BB962C8B-B14F-4D97-AF65-F5344CB8AC3E}">
        <p14:creationId xmlns:p14="http://schemas.microsoft.com/office/powerpoint/2010/main" val="4259918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103FA-CB50-8C32-4DAB-C934041FE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E314E-D3D3-A2FE-C322-7B9F42448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7FE9F1-F829-3872-67A0-A7025F714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3C8473-1966-3F62-490E-19E4A08A2255}"/>
              </a:ext>
            </a:extLst>
          </p:cNvPr>
          <p:cNvSpPr>
            <a:spLocks noGrp="1"/>
          </p:cNvSpPr>
          <p:nvPr>
            <p:ph type="sldNum" sz="quarter" idx="5"/>
          </p:nvPr>
        </p:nvSpPr>
        <p:spPr/>
        <p:txBody>
          <a:bodyPr/>
          <a:lstStyle/>
          <a:p>
            <a:fld id="{A9A32559-C416-46EC-BE00-2A3C4502CB50}" type="slidenum">
              <a:rPr lang="en-US" smtClean="0"/>
              <a:t>9</a:t>
            </a:fld>
            <a:endParaRPr lang="en-US"/>
          </a:p>
        </p:txBody>
      </p:sp>
    </p:spTree>
    <p:extLst>
      <p:ext uri="{BB962C8B-B14F-4D97-AF65-F5344CB8AC3E}">
        <p14:creationId xmlns:p14="http://schemas.microsoft.com/office/powerpoint/2010/main" val="1617694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2F1CA-28D4-5E72-B16F-6E2D75554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6226C-6A21-FF55-7FD8-81705C97D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2AEFC-EEBC-E6EF-AB7B-4243ACC9FA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9079E8-DA2E-3FD2-56FE-D65D0BBB5991}"/>
              </a:ext>
            </a:extLst>
          </p:cNvPr>
          <p:cNvSpPr>
            <a:spLocks noGrp="1"/>
          </p:cNvSpPr>
          <p:nvPr>
            <p:ph type="sldNum" sz="quarter" idx="5"/>
          </p:nvPr>
        </p:nvSpPr>
        <p:spPr/>
        <p:txBody>
          <a:bodyPr/>
          <a:lstStyle/>
          <a:p>
            <a:fld id="{A9A32559-C416-46EC-BE00-2A3C4502CB50}" type="slidenum">
              <a:rPr lang="en-US" smtClean="0"/>
              <a:t>10</a:t>
            </a:fld>
            <a:endParaRPr lang="en-US"/>
          </a:p>
        </p:txBody>
      </p:sp>
    </p:spTree>
    <p:extLst>
      <p:ext uri="{BB962C8B-B14F-4D97-AF65-F5344CB8AC3E}">
        <p14:creationId xmlns:p14="http://schemas.microsoft.com/office/powerpoint/2010/main" val="3704390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bg>
      <p:bgPr>
        <a:solidFill>
          <a:schemeClr val="bg1"/>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994ACE59-8E1F-F472-4030-C7DAAB70895A}"/>
              </a:ext>
            </a:extLst>
          </p:cNvPr>
          <p:cNvSpPr/>
          <p:nvPr userDrawn="1"/>
        </p:nvSpPr>
        <p:spPr>
          <a:xfrm>
            <a:off x="5289392" y="261232"/>
            <a:ext cx="6335533" cy="6335533"/>
          </a:xfrm>
          <a:prstGeom prst="ellipse">
            <a:avLst/>
          </a:prstGeom>
          <a:gradFill flip="none" rotWithShape="1">
            <a:gsLst>
              <a:gs pos="34000">
                <a:srgbClr val="0588D4"/>
              </a:gs>
              <a:gs pos="0">
                <a:srgbClr val="0298E3"/>
              </a:gs>
              <a:gs pos="75000">
                <a:srgbClr val="0C61B1"/>
              </a:gs>
              <a:gs pos="100000">
                <a:srgbClr val="2B3595"/>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8138D1A-C3A6-EC85-C434-F52EAC89C05C}"/>
              </a:ext>
            </a:extLst>
          </p:cNvPr>
          <p:cNvSpPr>
            <a:spLocks noGrp="1"/>
          </p:cNvSpPr>
          <p:nvPr>
            <p:ph type="ctrTitle" hasCustomPrompt="1"/>
          </p:nvPr>
        </p:nvSpPr>
        <p:spPr>
          <a:xfrm>
            <a:off x="975360" y="4000501"/>
            <a:ext cx="2537460" cy="1318259"/>
          </a:xfrm>
        </p:spPr>
        <p:txBody>
          <a:bodyPr anchor="t">
            <a:normAutofit/>
          </a:bodyPr>
          <a:lstStyle>
            <a:lvl1pPr algn="l">
              <a:lnSpc>
                <a:spcPts val="3200"/>
              </a:lnSpc>
              <a:defRPr sz="3200">
                <a:latin typeface="+mn-lt"/>
              </a:defRPr>
            </a:lvl1pPr>
          </a:lstStyle>
          <a:p>
            <a:r>
              <a:rPr lang="en-GB"/>
              <a:t>Your Gorgeous Title Here</a:t>
            </a:r>
            <a:endParaRPr lang="ro-RO"/>
          </a:p>
        </p:txBody>
      </p:sp>
      <p:sp>
        <p:nvSpPr>
          <p:cNvPr id="11" name="Oval 10">
            <a:extLst>
              <a:ext uri="{FF2B5EF4-FFF2-40B4-BE49-F238E27FC236}">
                <a16:creationId xmlns:a16="http://schemas.microsoft.com/office/drawing/2014/main" id="{00D7A55B-8097-49A8-C023-C3A35D8924B0}"/>
              </a:ext>
            </a:extLst>
          </p:cNvPr>
          <p:cNvSpPr/>
          <p:nvPr userDrawn="1"/>
        </p:nvSpPr>
        <p:spPr>
          <a:xfrm>
            <a:off x="6247821" y="838199"/>
            <a:ext cx="5181600" cy="5181600"/>
          </a:xfrm>
          <a:prstGeom prst="ellipse">
            <a:avLst/>
          </a:prstGeom>
          <a:blipFill>
            <a:blip r:embed="rId2"/>
            <a:stretch>
              <a:fillRect l="-33529" t="-38896" r="-71765" b="-326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D79AA82C-0D39-A067-4DAD-1439FCC5A0B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325" y="1807784"/>
            <a:ext cx="3629892" cy="1621216"/>
          </a:xfrm>
          <a:prstGeom prst="rect">
            <a:avLst/>
          </a:prstGeom>
        </p:spPr>
      </p:pic>
      <p:cxnSp>
        <p:nvCxnSpPr>
          <p:cNvPr id="6" name="Straight Connector 5">
            <a:extLst>
              <a:ext uri="{FF2B5EF4-FFF2-40B4-BE49-F238E27FC236}">
                <a16:creationId xmlns:a16="http://schemas.microsoft.com/office/drawing/2014/main" id="{6D227FB2-8D30-96D8-C335-0CF7B49E0866}"/>
              </a:ext>
            </a:extLst>
          </p:cNvPr>
          <p:cNvCxnSpPr/>
          <p:nvPr userDrawn="1"/>
        </p:nvCxnSpPr>
        <p:spPr>
          <a:xfrm>
            <a:off x="762579" y="3428999"/>
            <a:ext cx="2395220" cy="0"/>
          </a:xfrm>
          <a:prstGeom prst="line">
            <a:avLst/>
          </a:prstGeom>
          <a:ln w="12700" cap="rnd"/>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1520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E4734-831F-1C4C-BBEB-904AFFD9DE54}"/>
              </a:ext>
            </a:extLst>
          </p:cNvPr>
          <p:cNvSpPr>
            <a:spLocks noGrp="1"/>
          </p:cNvSpPr>
          <p:nvPr>
            <p:ph type="title"/>
          </p:nvPr>
        </p:nvSpPr>
        <p:spPr>
          <a:xfrm>
            <a:off x="480061" y="1091821"/>
            <a:ext cx="11134184" cy="593680"/>
          </a:xfrm>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77920FE7-4EAC-254E-AA2E-AF380D16B8F5}"/>
              </a:ext>
            </a:extLst>
          </p:cNvPr>
          <p:cNvSpPr>
            <a:spLocks noGrp="1"/>
          </p:cNvSpPr>
          <p:nvPr>
            <p:ph idx="1"/>
          </p:nvPr>
        </p:nvSpPr>
        <p:spPr>
          <a:xfrm>
            <a:off x="480061" y="2647665"/>
            <a:ext cx="11134183" cy="3118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8" name="Slide Number Placeholder 5">
            <a:extLst>
              <a:ext uri="{FF2B5EF4-FFF2-40B4-BE49-F238E27FC236}">
                <a16:creationId xmlns:a16="http://schemas.microsoft.com/office/drawing/2014/main" id="{D80F77EE-AB20-E1FB-B6DD-5C8732A3AF93}"/>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4" name="Graphic 3">
            <a:extLst>
              <a:ext uri="{FF2B5EF4-FFF2-40B4-BE49-F238E27FC236}">
                <a16:creationId xmlns:a16="http://schemas.microsoft.com/office/drawing/2014/main" id="{4532ABB5-A77B-38C9-3274-C8B5D607DC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5" name="Straight Connector 4">
            <a:extLst>
              <a:ext uri="{FF2B5EF4-FFF2-40B4-BE49-F238E27FC236}">
                <a16:creationId xmlns:a16="http://schemas.microsoft.com/office/drawing/2014/main" id="{BF98E3F4-E66B-53FB-2956-FE47C7EAB4B6}"/>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4">
            <a:extLst>
              <a:ext uri="{FF2B5EF4-FFF2-40B4-BE49-F238E27FC236}">
                <a16:creationId xmlns:a16="http://schemas.microsoft.com/office/drawing/2014/main" id="{F52CC21A-4009-26C2-CC7A-8DD283C4A46F}"/>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cxnSp>
        <p:nvCxnSpPr>
          <p:cNvPr id="7" name="Straight Connector 6">
            <a:extLst>
              <a:ext uri="{FF2B5EF4-FFF2-40B4-BE49-F238E27FC236}">
                <a16:creationId xmlns:a16="http://schemas.microsoft.com/office/drawing/2014/main" id="{B04E470B-97A0-65C5-89A4-E21879627711}"/>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56C37A4-6F08-FC5B-79D2-9EC3A2678BC3}"/>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123765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3C419-19B1-8245-9C13-B60B7D2AC536}"/>
              </a:ext>
            </a:extLst>
          </p:cNvPr>
          <p:cNvSpPr>
            <a:spLocks noGrp="1"/>
          </p:cNvSpPr>
          <p:nvPr>
            <p:ph type="ctrTitle"/>
          </p:nvPr>
        </p:nvSpPr>
        <p:spPr>
          <a:xfrm>
            <a:off x="472440" y="1082041"/>
            <a:ext cx="11239500" cy="2286000"/>
          </a:xfrm>
        </p:spPr>
        <p:txBody>
          <a:bodyPr anchor="b"/>
          <a:lstStyle>
            <a:lvl1pPr algn="l">
              <a:defRPr sz="6000"/>
            </a:lvl1pPr>
          </a:lstStyle>
          <a:p>
            <a:r>
              <a:rPr lang="en-US"/>
              <a:t>Click to edit Master title style</a:t>
            </a:r>
            <a:endParaRPr lang="ro-RO"/>
          </a:p>
        </p:txBody>
      </p:sp>
      <p:sp>
        <p:nvSpPr>
          <p:cNvPr id="3" name="Subtitle 2">
            <a:extLst>
              <a:ext uri="{FF2B5EF4-FFF2-40B4-BE49-F238E27FC236}">
                <a16:creationId xmlns:a16="http://schemas.microsoft.com/office/drawing/2014/main" id="{25651D30-1DCD-DF40-A91B-0E10E4523BC5}"/>
              </a:ext>
            </a:extLst>
          </p:cNvPr>
          <p:cNvSpPr>
            <a:spLocks noGrp="1"/>
          </p:cNvSpPr>
          <p:nvPr>
            <p:ph type="subTitle" idx="1"/>
          </p:nvPr>
        </p:nvSpPr>
        <p:spPr>
          <a:xfrm>
            <a:off x="472440" y="3602037"/>
            <a:ext cx="11239500" cy="2173921"/>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o-RO"/>
          </a:p>
        </p:txBody>
      </p:sp>
      <p:pic>
        <p:nvPicPr>
          <p:cNvPr id="4" name="Graphic 3">
            <a:extLst>
              <a:ext uri="{FF2B5EF4-FFF2-40B4-BE49-F238E27FC236}">
                <a16:creationId xmlns:a16="http://schemas.microsoft.com/office/drawing/2014/main" id="{AC360E3A-E40C-784C-E6F0-55D884C93E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8676"/>
            <a:ext cx="1657743" cy="740397"/>
          </a:xfrm>
          <a:prstGeom prst="rect">
            <a:avLst/>
          </a:prstGeom>
        </p:spPr>
      </p:pic>
      <p:cxnSp>
        <p:nvCxnSpPr>
          <p:cNvPr id="5" name="Straight Connector 4">
            <a:extLst>
              <a:ext uri="{FF2B5EF4-FFF2-40B4-BE49-F238E27FC236}">
                <a16:creationId xmlns:a16="http://schemas.microsoft.com/office/drawing/2014/main" id="{2526B2F1-4681-A032-738F-2B89F3431213}"/>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4">
            <a:extLst>
              <a:ext uri="{FF2B5EF4-FFF2-40B4-BE49-F238E27FC236}">
                <a16:creationId xmlns:a16="http://schemas.microsoft.com/office/drawing/2014/main" id="{12BC632E-00A9-BFF4-A5EC-44C20BD04896}"/>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7" name="TextBox 6">
            <a:extLst>
              <a:ext uri="{FF2B5EF4-FFF2-40B4-BE49-F238E27FC236}">
                <a16:creationId xmlns:a16="http://schemas.microsoft.com/office/drawing/2014/main" id="{900DF107-382E-E66E-D301-7E398D07D1D5}"/>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8" name="Straight Connector 7">
            <a:extLst>
              <a:ext uri="{FF2B5EF4-FFF2-40B4-BE49-F238E27FC236}">
                <a16:creationId xmlns:a16="http://schemas.microsoft.com/office/drawing/2014/main" id="{BF36CF4D-7988-B175-AD7C-172C8321A7AD}"/>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8ACAA882-0CF1-A1EC-3677-327997B263C3}"/>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3696387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5FEC7-9CEB-4044-BAD0-AF9D151EEEDF}"/>
              </a:ext>
            </a:extLst>
          </p:cNvPr>
          <p:cNvSpPr>
            <a:spLocks noGrp="1"/>
          </p:cNvSpPr>
          <p:nvPr>
            <p:ph type="title"/>
          </p:nvPr>
        </p:nvSpPr>
        <p:spPr>
          <a:xfrm>
            <a:off x="472440" y="1091820"/>
            <a:ext cx="11141804" cy="598867"/>
          </a:xfrm>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0D01C66E-36AE-7443-BF7C-ABB1605FEF27}"/>
              </a:ext>
            </a:extLst>
          </p:cNvPr>
          <p:cNvSpPr>
            <a:spLocks noGrp="1"/>
          </p:cNvSpPr>
          <p:nvPr>
            <p:ph sz="half" idx="1"/>
          </p:nvPr>
        </p:nvSpPr>
        <p:spPr>
          <a:xfrm>
            <a:off x="480060" y="2647666"/>
            <a:ext cx="5479462" cy="3118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Content Placeholder 3">
            <a:extLst>
              <a:ext uri="{FF2B5EF4-FFF2-40B4-BE49-F238E27FC236}">
                <a16:creationId xmlns:a16="http://schemas.microsoft.com/office/drawing/2014/main" id="{344DCB9B-0CE6-2345-989F-A396873D8AAC}"/>
              </a:ext>
            </a:extLst>
          </p:cNvPr>
          <p:cNvSpPr>
            <a:spLocks noGrp="1"/>
          </p:cNvSpPr>
          <p:nvPr>
            <p:ph sz="half" idx="2"/>
          </p:nvPr>
        </p:nvSpPr>
        <p:spPr>
          <a:xfrm>
            <a:off x="6227928" y="2647666"/>
            <a:ext cx="5386316" cy="31185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9" name="Slide Number Placeholder 5">
            <a:extLst>
              <a:ext uri="{FF2B5EF4-FFF2-40B4-BE49-F238E27FC236}">
                <a16:creationId xmlns:a16="http://schemas.microsoft.com/office/drawing/2014/main" id="{6F95081E-F8EA-229B-0ABC-78AF6490EE4F}"/>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5" name="Graphic 4">
            <a:extLst>
              <a:ext uri="{FF2B5EF4-FFF2-40B4-BE49-F238E27FC236}">
                <a16:creationId xmlns:a16="http://schemas.microsoft.com/office/drawing/2014/main" id="{74FE35F5-735A-68CA-87C8-5FD8B35A23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6" name="Straight Connector 5">
            <a:extLst>
              <a:ext uri="{FF2B5EF4-FFF2-40B4-BE49-F238E27FC236}">
                <a16:creationId xmlns:a16="http://schemas.microsoft.com/office/drawing/2014/main" id="{502E172F-42B0-93D1-FE97-FE159F2C3AE0}"/>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4">
            <a:extLst>
              <a:ext uri="{FF2B5EF4-FFF2-40B4-BE49-F238E27FC236}">
                <a16:creationId xmlns:a16="http://schemas.microsoft.com/office/drawing/2014/main" id="{3EEB3BA7-9DD4-9867-ED03-7CA2EF56BC2E}"/>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8" name="TextBox 7">
            <a:extLst>
              <a:ext uri="{FF2B5EF4-FFF2-40B4-BE49-F238E27FC236}">
                <a16:creationId xmlns:a16="http://schemas.microsoft.com/office/drawing/2014/main" id="{4F36F6DD-3224-8A82-50D7-E859FF1325CC}"/>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10" name="Straight Connector 9">
            <a:extLst>
              <a:ext uri="{FF2B5EF4-FFF2-40B4-BE49-F238E27FC236}">
                <a16:creationId xmlns:a16="http://schemas.microsoft.com/office/drawing/2014/main" id="{C85635EA-0EBE-DB3C-B3C1-5901943D0D70}"/>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92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D31E4-8B39-4345-A787-4DAF9F353637}"/>
              </a:ext>
            </a:extLst>
          </p:cNvPr>
          <p:cNvSpPr>
            <a:spLocks noGrp="1"/>
          </p:cNvSpPr>
          <p:nvPr>
            <p:ph type="title"/>
          </p:nvPr>
        </p:nvSpPr>
        <p:spPr>
          <a:xfrm>
            <a:off x="472441" y="1091821"/>
            <a:ext cx="11134980" cy="598867"/>
          </a:xfrm>
        </p:spPr>
        <p:txBody>
          <a:bodyPr/>
          <a:lstStyle/>
          <a:p>
            <a:r>
              <a:rPr lang="en-US"/>
              <a:t>Click to edit Master title style</a:t>
            </a:r>
            <a:endParaRPr lang="ro-RO"/>
          </a:p>
        </p:txBody>
      </p:sp>
      <p:sp>
        <p:nvSpPr>
          <p:cNvPr id="3" name="Text Placeholder 2">
            <a:extLst>
              <a:ext uri="{FF2B5EF4-FFF2-40B4-BE49-F238E27FC236}">
                <a16:creationId xmlns:a16="http://schemas.microsoft.com/office/drawing/2014/main" id="{714609A7-8D77-754D-9F49-7F656D81DC34}"/>
              </a:ext>
            </a:extLst>
          </p:cNvPr>
          <p:cNvSpPr>
            <a:spLocks noGrp="1"/>
          </p:cNvSpPr>
          <p:nvPr>
            <p:ph type="body" idx="1"/>
          </p:nvPr>
        </p:nvSpPr>
        <p:spPr>
          <a:xfrm>
            <a:off x="480060" y="1690687"/>
            <a:ext cx="5478779"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4578DF-6A62-6E45-BE3E-26302F4D4EC8}"/>
              </a:ext>
            </a:extLst>
          </p:cNvPr>
          <p:cNvSpPr>
            <a:spLocks noGrp="1"/>
          </p:cNvSpPr>
          <p:nvPr>
            <p:ph sz="half" idx="2"/>
          </p:nvPr>
        </p:nvSpPr>
        <p:spPr>
          <a:xfrm>
            <a:off x="480060" y="2644139"/>
            <a:ext cx="5478779" cy="3122039"/>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Text Placeholder 4">
            <a:extLst>
              <a:ext uri="{FF2B5EF4-FFF2-40B4-BE49-F238E27FC236}">
                <a16:creationId xmlns:a16="http://schemas.microsoft.com/office/drawing/2014/main" id="{EDBF3CC5-FE37-7F4F-833A-E69E5774CABB}"/>
              </a:ext>
            </a:extLst>
          </p:cNvPr>
          <p:cNvSpPr>
            <a:spLocks noGrp="1"/>
          </p:cNvSpPr>
          <p:nvPr>
            <p:ph type="body" sz="quarter" idx="3"/>
          </p:nvPr>
        </p:nvSpPr>
        <p:spPr>
          <a:xfrm>
            <a:off x="6233162" y="1690687"/>
            <a:ext cx="5385632"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E6807D-A720-F241-9BB2-F122E0191037}"/>
              </a:ext>
            </a:extLst>
          </p:cNvPr>
          <p:cNvSpPr>
            <a:spLocks noGrp="1"/>
          </p:cNvSpPr>
          <p:nvPr>
            <p:ph sz="quarter" idx="4"/>
          </p:nvPr>
        </p:nvSpPr>
        <p:spPr>
          <a:xfrm>
            <a:off x="6233162" y="2644139"/>
            <a:ext cx="5385632" cy="3122040"/>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11" name="Slide Number Placeholder 5">
            <a:extLst>
              <a:ext uri="{FF2B5EF4-FFF2-40B4-BE49-F238E27FC236}">
                <a16:creationId xmlns:a16="http://schemas.microsoft.com/office/drawing/2014/main" id="{F5A9E9F2-3D91-499D-E9E4-52170B2ABD45}"/>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7" name="Graphic 6">
            <a:extLst>
              <a:ext uri="{FF2B5EF4-FFF2-40B4-BE49-F238E27FC236}">
                <a16:creationId xmlns:a16="http://schemas.microsoft.com/office/drawing/2014/main" id="{1AC8C29A-70A6-F72E-B19C-BB2C3D147E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8" name="Straight Connector 7">
            <a:extLst>
              <a:ext uri="{FF2B5EF4-FFF2-40B4-BE49-F238E27FC236}">
                <a16:creationId xmlns:a16="http://schemas.microsoft.com/office/drawing/2014/main" id="{18459290-3797-AF94-5023-42378B4883D5}"/>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4">
            <a:extLst>
              <a:ext uri="{FF2B5EF4-FFF2-40B4-BE49-F238E27FC236}">
                <a16:creationId xmlns:a16="http://schemas.microsoft.com/office/drawing/2014/main" id="{3C0047E0-018D-E768-5225-D653CC9F984B}"/>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10" name="TextBox 9">
            <a:extLst>
              <a:ext uri="{FF2B5EF4-FFF2-40B4-BE49-F238E27FC236}">
                <a16:creationId xmlns:a16="http://schemas.microsoft.com/office/drawing/2014/main" id="{CE6FAAFA-90B6-4AC3-DAC8-F75E9B1E5EF8}"/>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12" name="Straight Connector 11">
            <a:extLst>
              <a:ext uri="{FF2B5EF4-FFF2-40B4-BE49-F238E27FC236}">
                <a16:creationId xmlns:a16="http://schemas.microsoft.com/office/drawing/2014/main" id="{503B92D3-9E21-F538-7E6B-F4D197AE1C12}"/>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7324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979A-6F45-3E4A-A60A-EFFA3826C928}"/>
              </a:ext>
            </a:extLst>
          </p:cNvPr>
          <p:cNvSpPr>
            <a:spLocks noGrp="1"/>
          </p:cNvSpPr>
          <p:nvPr>
            <p:ph type="title"/>
          </p:nvPr>
        </p:nvSpPr>
        <p:spPr>
          <a:xfrm>
            <a:off x="472440" y="1097280"/>
            <a:ext cx="5486400" cy="960120"/>
          </a:xfrm>
        </p:spPr>
        <p:txBody>
          <a:bodyPr anchor="b"/>
          <a:lstStyle>
            <a:lvl1pPr>
              <a:defRPr sz="3200"/>
            </a:lvl1pPr>
          </a:lstStyle>
          <a:p>
            <a:r>
              <a:rPr lang="en-US"/>
              <a:t>Click to edit Master title style</a:t>
            </a:r>
            <a:endParaRPr lang="ro-RO"/>
          </a:p>
        </p:txBody>
      </p:sp>
      <p:sp>
        <p:nvSpPr>
          <p:cNvPr id="3" name="Content Placeholder 2">
            <a:extLst>
              <a:ext uri="{FF2B5EF4-FFF2-40B4-BE49-F238E27FC236}">
                <a16:creationId xmlns:a16="http://schemas.microsoft.com/office/drawing/2014/main" id="{C3E547A6-5743-E643-B453-E57FD81B4CBD}"/>
              </a:ext>
            </a:extLst>
          </p:cNvPr>
          <p:cNvSpPr>
            <a:spLocks noGrp="1"/>
          </p:cNvSpPr>
          <p:nvPr>
            <p:ph idx="1"/>
          </p:nvPr>
        </p:nvSpPr>
        <p:spPr>
          <a:xfrm>
            <a:off x="6233160" y="1097280"/>
            <a:ext cx="5379720" cy="4671060"/>
          </a:xfrm>
        </p:spPr>
        <p:txBody>
          <a:bodyPr/>
          <a:lstStyle>
            <a:lvl1pPr marL="0" indent="0">
              <a:buFontTx/>
              <a:buNone/>
              <a:defRPr sz="3200"/>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Text Placeholder 3">
            <a:extLst>
              <a:ext uri="{FF2B5EF4-FFF2-40B4-BE49-F238E27FC236}">
                <a16:creationId xmlns:a16="http://schemas.microsoft.com/office/drawing/2014/main" id="{10A95366-C54A-DC4F-BB94-E48789E2CE71}"/>
              </a:ext>
            </a:extLst>
          </p:cNvPr>
          <p:cNvSpPr>
            <a:spLocks noGrp="1"/>
          </p:cNvSpPr>
          <p:nvPr>
            <p:ph type="body" sz="half" idx="2"/>
          </p:nvPr>
        </p:nvSpPr>
        <p:spPr>
          <a:xfrm>
            <a:off x="472440" y="2110740"/>
            <a:ext cx="5486400" cy="36499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46DCFD7E-9D42-62AC-A809-1AAE7C4FD245}"/>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5" name="Graphic 4">
            <a:extLst>
              <a:ext uri="{FF2B5EF4-FFF2-40B4-BE49-F238E27FC236}">
                <a16:creationId xmlns:a16="http://schemas.microsoft.com/office/drawing/2014/main" id="{C9B3F6E6-3640-7AFA-9A62-999FC8A527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6" name="Straight Connector 5">
            <a:extLst>
              <a:ext uri="{FF2B5EF4-FFF2-40B4-BE49-F238E27FC236}">
                <a16:creationId xmlns:a16="http://schemas.microsoft.com/office/drawing/2014/main" id="{21D2DA7D-5D4C-F303-98F2-E86BD3625EF1}"/>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4">
            <a:extLst>
              <a:ext uri="{FF2B5EF4-FFF2-40B4-BE49-F238E27FC236}">
                <a16:creationId xmlns:a16="http://schemas.microsoft.com/office/drawing/2014/main" id="{9AAF13FD-F910-DF5B-7ED1-4C7B3E9592FC}"/>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8" name="TextBox 7">
            <a:extLst>
              <a:ext uri="{FF2B5EF4-FFF2-40B4-BE49-F238E27FC236}">
                <a16:creationId xmlns:a16="http://schemas.microsoft.com/office/drawing/2014/main" id="{8F747E5C-F5AC-5E8C-AE46-E40BF29A9F3A}"/>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10" name="Straight Connector 9">
            <a:extLst>
              <a:ext uri="{FF2B5EF4-FFF2-40B4-BE49-F238E27FC236}">
                <a16:creationId xmlns:a16="http://schemas.microsoft.com/office/drawing/2014/main" id="{56F38CED-567C-4A8E-F2C1-3FC6D554A9FC}"/>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53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AA0D6-847E-0446-A7EE-29C6004BA2E2}"/>
              </a:ext>
            </a:extLst>
          </p:cNvPr>
          <p:cNvSpPr>
            <a:spLocks noGrp="1"/>
          </p:cNvSpPr>
          <p:nvPr>
            <p:ph type="title"/>
          </p:nvPr>
        </p:nvSpPr>
        <p:spPr>
          <a:xfrm>
            <a:off x="472440" y="987424"/>
            <a:ext cx="4366260" cy="1069975"/>
          </a:xfrm>
        </p:spPr>
        <p:txBody>
          <a:bodyPr anchor="b"/>
          <a:lstStyle>
            <a:lvl1pPr>
              <a:defRPr sz="3200"/>
            </a:lvl1pPr>
          </a:lstStyle>
          <a:p>
            <a:r>
              <a:rPr lang="en-US"/>
              <a:t>Click to edit Master title style</a:t>
            </a:r>
            <a:endParaRPr lang="ro-RO"/>
          </a:p>
        </p:txBody>
      </p:sp>
      <p:sp>
        <p:nvSpPr>
          <p:cNvPr id="3" name="Picture Placeholder 2">
            <a:extLst>
              <a:ext uri="{FF2B5EF4-FFF2-40B4-BE49-F238E27FC236}">
                <a16:creationId xmlns:a16="http://schemas.microsoft.com/office/drawing/2014/main" id="{A1847C8B-D78A-2D4F-A119-C27F106644F8}"/>
              </a:ext>
            </a:extLst>
          </p:cNvPr>
          <p:cNvSpPr>
            <a:spLocks noGrp="1"/>
          </p:cNvSpPr>
          <p:nvPr>
            <p:ph type="pic" idx="1"/>
          </p:nvPr>
        </p:nvSpPr>
        <p:spPr>
          <a:xfrm>
            <a:off x="5183188" y="987425"/>
            <a:ext cx="6528752" cy="478853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ro-RO"/>
          </a:p>
        </p:txBody>
      </p:sp>
      <p:sp>
        <p:nvSpPr>
          <p:cNvPr id="4" name="Text Placeholder 3">
            <a:extLst>
              <a:ext uri="{FF2B5EF4-FFF2-40B4-BE49-F238E27FC236}">
                <a16:creationId xmlns:a16="http://schemas.microsoft.com/office/drawing/2014/main" id="{D42707EF-1848-FF46-882C-FD33F01F0B03}"/>
              </a:ext>
            </a:extLst>
          </p:cNvPr>
          <p:cNvSpPr>
            <a:spLocks noGrp="1"/>
          </p:cNvSpPr>
          <p:nvPr>
            <p:ph type="body" sz="half" idx="2"/>
          </p:nvPr>
        </p:nvSpPr>
        <p:spPr>
          <a:xfrm>
            <a:off x="472440" y="2057400"/>
            <a:ext cx="4366260" cy="37185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7E75D1F7-AC41-546B-3080-5C106F5F1B9C}"/>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5" name="Graphic 4">
            <a:extLst>
              <a:ext uri="{FF2B5EF4-FFF2-40B4-BE49-F238E27FC236}">
                <a16:creationId xmlns:a16="http://schemas.microsoft.com/office/drawing/2014/main" id="{5E816371-8451-D6C0-AE90-BCFECC031D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6" name="Straight Connector 5">
            <a:extLst>
              <a:ext uri="{FF2B5EF4-FFF2-40B4-BE49-F238E27FC236}">
                <a16:creationId xmlns:a16="http://schemas.microsoft.com/office/drawing/2014/main" id="{17C209DD-08A6-166A-C4AB-18FF3C93C8BD}"/>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4">
            <a:extLst>
              <a:ext uri="{FF2B5EF4-FFF2-40B4-BE49-F238E27FC236}">
                <a16:creationId xmlns:a16="http://schemas.microsoft.com/office/drawing/2014/main" id="{1B5967EF-DB7C-26FA-AA47-96AADBFCC74C}"/>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8" name="TextBox 7">
            <a:extLst>
              <a:ext uri="{FF2B5EF4-FFF2-40B4-BE49-F238E27FC236}">
                <a16:creationId xmlns:a16="http://schemas.microsoft.com/office/drawing/2014/main" id="{6711F4F1-C195-307A-B725-01E9DF2B3B27}"/>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10" name="Straight Connector 9">
            <a:extLst>
              <a:ext uri="{FF2B5EF4-FFF2-40B4-BE49-F238E27FC236}">
                <a16:creationId xmlns:a16="http://schemas.microsoft.com/office/drawing/2014/main" id="{C9FBED8F-8A74-BF47-3016-D17DAE49D9AD}"/>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1553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1F49E18-793C-2B51-A43A-5E301EDC3D21}"/>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pic>
        <p:nvPicPr>
          <p:cNvPr id="2" name="Graphic 1">
            <a:extLst>
              <a:ext uri="{FF2B5EF4-FFF2-40B4-BE49-F238E27FC236}">
                <a16:creationId xmlns:a16="http://schemas.microsoft.com/office/drawing/2014/main" id="{9AC1A3F1-04CA-3BC4-F9A6-AB4FA7E2D72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6224" y="5864688"/>
            <a:ext cx="1657743" cy="740397"/>
          </a:xfrm>
          <a:prstGeom prst="rect">
            <a:avLst/>
          </a:prstGeom>
        </p:spPr>
      </p:pic>
      <p:cxnSp>
        <p:nvCxnSpPr>
          <p:cNvPr id="3" name="Straight Connector 2">
            <a:extLst>
              <a:ext uri="{FF2B5EF4-FFF2-40B4-BE49-F238E27FC236}">
                <a16:creationId xmlns:a16="http://schemas.microsoft.com/office/drawing/2014/main" id="{06A8AF4F-6C14-B714-A9C6-AA48A8B97600}"/>
              </a:ext>
            </a:extLst>
          </p:cNvPr>
          <p:cNvCxnSpPr/>
          <p:nvPr userDrawn="1"/>
        </p:nvCxnSpPr>
        <p:spPr>
          <a:xfrm flipV="1">
            <a:off x="1906176" y="6238875"/>
            <a:ext cx="0" cy="20002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4">
            <a:extLst>
              <a:ext uri="{FF2B5EF4-FFF2-40B4-BE49-F238E27FC236}">
                <a16:creationId xmlns:a16="http://schemas.microsoft.com/office/drawing/2014/main" id="{A11B5089-D054-255D-5754-AE2554C521D8}"/>
              </a:ext>
            </a:extLst>
          </p:cNvPr>
          <p:cNvSpPr txBox="1">
            <a:spLocks/>
          </p:cNvSpPr>
          <p:nvPr userDrawn="1"/>
        </p:nvSpPr>
        <p:spPr>
          <a:xfrm>
            <a:off x="2080889" y="6170707"/>
            <a:ext cx="1682731" cy="33635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o-RO" sz="1400"/>
              <a:t>itsmartsystems.eu</a:t>
            </a:r>
          </a:p>
        </p:txBody>
      </p:sp>
      <p:sp>
        <p:nvSpPr>
          <p:cNvPr id="5" name="TextBox 4">
            <a:extLst>
              <a:ext uri="{FF2B5EF4-FFF2-40B4-BE49-F238E27FC236}">
                <a16:creationId xmlns:a16="http://schemas.microsoft.com/office/drawing/2014/main" id="{89DC17EC-194A-C300-96F8-0490E2E322E6}"/>
              </a:ext>
            </a:extLst>
          </p:cNvPr>
          <p:cNvSpPr txBox="1"/>
          <p:nvPr userDrawn="1"/>
        </p:nvSpPr>
        <p:spPr>
          <a:xfrm>
            <a:off x="9172576" y="6276234"/>
            <a:ext cx="2743200" cy="230832"/>
          </a:xfrm>
          <a:prstGeom prst="rect">
            <a:avLst/>
          </a:prstGeom>
          <a:noFill/>
        </p:spPr>
        <p:txBody>
          <a:bodyPr wrap="square">
            <a:spAutoFit/>
          </a:bodyPr>
          <a:lstStyle/>
          <a:p>
            <a:r>
              <a:rPr lang="ro-RO" sz="900">
                <a:solidFill>
                  <a:srgbClr val="9D9D9D"/>
                </a:solidFill>
                <a:latin typeface="Roboto" panose="02000000000000000000" pitchFamily="2" charset="0"/>
                <a:ea typeface="Roboto" panose="02000000000000000000" pitchFamily="2" charset="0"/>
                <a:cs typeface="Arial"/>
              </a:rPr>
              <a:t>All Rights Reserved </a:t>
            </a:r>
            <a:r>
              <a:rPr lang="en-US" sz="900">
                <a:solidFill>
                  <a:srgbClr val="9D9D9D"/>
                </a:solidFill>
              </a:rPr>
              <a:t>©</a:t>
            </a:r>
            <a:r>
              <a:rPr lang="ro-RO" sz="900">
                <a:solidFill>
                  <a:srgbClr val="9D9D9D"/>
                </a:solidFill>
              </a:rPr>
              <a:t> 2025 IT Smart Systems</a:t>
            </a:r>
            <a:endParaRPr lang="en-US" sz="900">
              <a:solidFill>
                <a:srgbClr val="9D9D9D"/>
              </a:solidFill>
              <a:latin typeface="Roboto" panose="02000000000000000000" pitchFamily="2" charset="0"/>
              <a:ea typeface="Roboto" panose="02000000000000000000" pitchFamily="2" charset="0"/>
            </a:endParaRPr>
          </a:p>
        </p:txBody>
      </p:sp>
      <p:cxnSp>
        <p:nvCxnSpPr>
          <p:cNvPr id="7" name="Straight Connector 6">
            <a:extLst>
              <a:ext uri="{FF2B5EF4-FFF2-40B4-BE49-F238E27FC236}">
                <a16:creationId xmlns:a16="http://schemas.microsoft.com/office/drawing/2014/main" id="{4667F66A-A3C2-CD12-4A95-93BC290565C6}"/>
              </a:ext>
            </a:extLst>
          </p:cNvPr>
          <p:cNvCxnSpPr>
            <a:cxnSpLocks/>
          </p:cNvCxnSpPr>
          <p:nvPr userDrawn="1"/>
        </p:nvCxnSpPr>
        <p:spPr>
          <a:xfrm>
            <a:off x="576689" y="561901"/>
            <a:ext cx="442486" cy="0"/>
          </a:xfrm>
          <a:prstGeom prst="line">
            <a:avLst/>
          </a:prstGeom>
          <a:ln w="38100" cap="rnd">
            <a:solidFill>
              <a:srgbClr val="194E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455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808BA-224D-554D-8E3F-776806D9C90B}"/>
              </a:ext>
            </a:extLst>
          </p:cNvPr>
          <p:cNvSpPr>
            <a:spLocks noGrp="1"/>
          </p:cNvSpPr>
          <p:nvPr>
            <p:ph type="title"/>
          </p:nvPr>
        </p:nvSpPr>
        <p:spPr>
          <a:xfrm>
            <a:off x="480061" y="1091820"/>
            <a:ext cx="11134184" cy="598867"/>
          </a:xfrm>
        </p:spPr>
        <p:txBody>
          <a:bodyPr/>
          <a:lstStyle/>
          <a:p>
            <a:r>
              <a:rPr lang="en-US"/>
              <a:t>Click to edit Master title style</a:t>
            </a:r>
            <a:endParaRPr lang="ro-RO"/>
          </a:p>
        </p:txBody>
      </p:sp>
      <p:sp>
        <p:nvSpPr>
          <p:cNvPr id="3" name="Slide Number Placeholder 5">
            <a:extLst>
              <a:ext uri="{FF2B5EF4-FFF2-40B4-BE49-F238E27FC236}">
                <a16:creationId xmlns:a16="http://schemas.microsoft.com/office/drawing/2014/main" id="{1A8B1F5F-8B46-975E-4688-02E3964CD08A}"/>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205678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ver Slide Fix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8138D1A-C3A6-EC85-C434-F52EAC89C05C}"/>
              </a:ext>
            </a:extLst>
          </p:cNvPr>
          <p:cNvSpPr>
            <a:spLocks noGrp="1"/>
          </p:cNvSpPr>
          <p:nvPr>
            <p:ph type="ctrTitle" hasCustomPrompt="1"/>
          </p:nvPr>
        </p:nvSpPr>
        <p:spPr>
          <a:xfrm>
            <a:off x="889635" y="1627348"/>
            <a:ext cx="6939916" cy="2336481"/>
          </a:xfrm>
        </p:spPr>
        <p:txBody>
          <a:bodyPr anchor="b">
            <a:normAutofit/>
          </a:bodyPr>
          <a:lstStyle>
            <a:lvl1pPr algn="l">
              <a:lnSpc>
                <a:spcPct val="85000"/>
              </a:lnSpc>
              <a:defRPr sz="8000" baseline="0">
                <a:solidFill>
                  <a:schemeClr val="tx1"/>
                </a:solidFill>
                <a:latin typeface="Roboto Medium" panose="02000000000000000000" pitchFamily="2" charset="0"/>
              </a:defRPr>
            </a:lvl1pPr>
          </a:lstStyle>
          <a:p>
            <a:r>
              <a:rPr lang="en-GB"/>
              <a:t>Your Gorgeous Title</a:t>
            </a:r>
            <a:endParaRPr lang="ro-RO"/>
          </a:p>
        </p:txBody>
      </p:sp>
      <p:sp>
        <p:nvSpPr>
          <p:cNvPr id="8" name="Text Placeholder 6">
            <a:extLst>
              <a:ext uri="{FF2B5EF4-FFF2-40B4-BE49-F238E27FC236}">
                <a16:creationId xmlns:a16="http://schemas.microsoft.com/office/drawing/2014/main" id="{783ABFB0-D892-DB35-B947-DC66C1E2D6C5}"/>
              </a:ext>
            </a:extLst>
          </p:cNvPr>
          <p:cNvSpPr>
            <a:spLocks noGrp="1"/>
          </p:cNvSpPr>
          <p:nvPr>
            <p:ph type="body" sz="quarter" idx="10" hasCustomPrompt="1"/>
          </p:nvPr>
        </p:nvSpPr>
        <p:spPr>
          <a:xfrm>
            <a:off x="889635" y="4037174"/>
            <a:ext cx="6940550" cy="506413"/>
          </a:xfrm>
        </p:spPr>
        <p:txBody>
          <a:bodyPr>
            <a:noAutofit/>
          </a:bodyPr>
          <a:lstStyle>
            <a:lvl1pPr>
              <a:defRPr sz="3200"/>
            </a:lvl1pPr>
          </a:lstStyle>
          <a:p>
            <a:pPr lvl="0"/>
            <a:r>
              <a:rPr lang="en-US"/>
              <a:t>Click to edit Subtitle</a:t>
            </a:r>
          </a:p>
        </p:txBody>
      </p:sp>
    </p:spTree>
    <p:extLst>
      <p:ext uri="{BB962C8B-B14F-4D97-AF65-F5344CB8AC3E}">
        <p14:creationId xmlns:p14="http://schemas.microsoft.com/office/powerpoint/2010/main" val="679377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E4734-831F-1C4C-BBEB-904AFFD9DE54}"/>
              </a:ext>
            </a:extLst>
          </p:cNvPr>
          <p:cNvSpPr>
            <a:spLocks noGrp="1"/>
          </p:cNvSpPr>
          <p:nvPr>
            <p:ph type="title"/>
          </p:nvPr>
        </p:nvSpPr>
        <p:spPr>
          <a:xfrm>
            <a:off x="480061" y="1091821"/>
            <a:ext cx="11134184" cy="593680"/>
          </a:xfrm>
        </p:spPr>
        <p:txBody>
          <a:bodyPr/>
          <a:lstStyle/>
          <a:p>
            <a:r>
              <a:rPr lang="en-GB"/>
              <a:t>Click to edit Master title style</a:t>
            </a:r>
            <a:endParaRPr lang="ro-RO"/>
          </a:p>
        </p:txBody>
      </p:sp>
      <p:sp>
        <p:nvSpPr>
          <p:cNvPr id="3" name="Content Placeholder 2">
            <a:extLst>
              <a:ext uri="{FF2B5EF4-FFF2-40B4-BE49-F238E27FC236}">
                <a16:creationId xmlns:a16="http://schemas.microsoft.com/office/drawing/2014/main" id="{77920FE7-4EAC-254E-AA2E-AF380D16B8F5}"/>
              </a:ext>
            </a:extLst>
          </p:cNvPr>
          <p:cNvSpPr>
            <a:spLocks noGrp="1"/>
          </p:cNvSpPr>
          <p:nvPr>
            <p:ph idx="1"/>
          </p:nvPr>
        </p:nvSpPr>
        <p:spPr>
          <a:xfrm>
            <a:off x="480061" y="2647665"/>
            <a:ext cx="11134183" cy="31185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8" name="Slide Number Placeholder 5">
            <a:extLst>
              <a:ext uri="{FF2B5EF4-FFF2-40B4-BE49-F238E27FC236}">
                <a16:creationId xmlns:a16="http://schemas.microsoft.com/office/drawing/2014/main" id="{D80F77EE-AB20-E1FB-B6DD-5C8732A3AF93}"/>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1618566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5FEC7-9CEB-4044-BAD0-AF9D151EEEDF}"/>
              </a:ext>
            </a:extLst>
          </p:cNvPr>
          <p:cNvSpPr>
            <a:spLocks noGrp="1"/>
          </p:cNvSpPr>
          <p:nvPr>
            <p:ph type="title"/>
          </p:nvPr>
        </p:nvSpPr>
        <p:spPr>
          <a:xfrm>
            <a:off x="472440" y="1091820"/>
            <a:ext cx="11141804" cy="598867"/>
          </a:xfrm>
        </p:spPr>
        <p:txBody>
          <a:bodyPr/>
          <a:lstStyle/>
          <a:p>
            <a:r>
              <a:rPr lang="en-GB"/>
              <a:t>Click to edit Master title style</a:t>
            </a:r>
            <a:endParaRPr lang="ro-RO"/>
          </a:p>
        </p:txBody>
      </p:sp>
      <p:sp>
        <p:nvSpPr>
          <p:cNvPr id="3" name="Content Placeholder 2">
            <a:extLst>
              <a:ext uri="{FF2B5EF4-FFF2-40B4-BE49-F238E27FC236}">
                <a16:creationId xmlns:a16="http://schemas.microsoft.com/office/drawing/2014/main" id="{0D01C66E-36AE-7443-BF7C-ABB1605FEF27}"/>
              </a:ext>
            </a:extLst>
          </p:cNvPr>
          <p:cNvSpPr>
            <a:spLocks noGrp="1"/>
          </p:cNvSpPr>
          <p:nvPr>
            <p:ph sz="half" idx="1"/>
          </p:nvPr>
        </p:nvSpPr>
        <p:spPr>
          <a:xfrm>
            <a:off x="480060" y="2647666"/>
            <a:ext cx="5479462" cy="31185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4" name="Content Placeholder 3">
            <a:extLst>
              <a:ext uri="{FF2B5EF4-FFF2-40B4-BE49-F238E27FC236}">
                <a16:creationId xmlns:a16="http://schemas.microsoft.com/office/drawing/2014/main" id="{344DCB9B-0CE6-2345-989F-A396873D8AAC}"/>
              </a:ext>
            </a:extLst>
          </p:cNvPr>
          <p:cNvSpPr>
            <a:spLocks noGrp="1"/>
          </p:cNvSpPr>
          <p:nvPr>
            <p:ph sz="half" idx="2"/>
          </p:nvPr>
        </p:nvSpPr>
        <p:spPr>
          <a:xfrm>
            <a:off x="6227928" y="2647666"/>
            <a:ext cx="5386316" cy="31185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9" name="Slide Number Placeholder 5">
            <a:extLst>
              <a:ext uri="{FF2B5EF4-FFF2-40B4-BE49-F238E27FC236}">
                <a16:creationId xmlns:a16="http://schemas.microsoft.com/office/drawing/2014/main" id="{6F95081E-F8EA-229B-0ABC-78AF6490EE4F}"/>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1183898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D31E4-8B39-4345-A787-4DAF9F353637}"/>
              </a:ext>
            </a:extLst>
          </p:cNvPr>
          <p:cNvSpPr>
            <a:spLocks noGrp="1"/>
          </p:cNvSpPr>
          <p:nvPr>
            <p:ph type="title"/>
          </p:nvPr>
        </p:nvSpPr>
        <p:spPr>
          <a:xfrm>
            <a:off x="472441" y="1091821"/>
            <a:ext cx="11134980" cy="598867"/>
          </a:xfrm>
        </p:spPr>
        <p:txBody>
          <a:bodyPr/>
          <a:lstStyle/>
          <a:p>
            <a:r>
              <a:rPr lang="en-GB"/>
              <a:t>Click to edit Master title style</a:t>
            </a:r>
            <a:endParaRPr lang="ro-RO"/>
          </a:p>
        </p:txBody>
      </p:sp>
      <p:sp>
        <p:nvSpPr>
          <p:cNvPr id="3" name="Text Placeholder 2">
            <a:extLst>
              <a:ext uri="{FF2B5EF4-FFF2-40B4-BE49-F238E27FC236}">
                <a16:creationId xmlns:a16="http://schemas.microsoft.com/office/drawing/2014/main" id="{714609A7-8D77-754D-9F49-7F656D81DC34}"/>
              </a:ext>
            </a:extLst>
          </p:cNvPr>
          <p:cNvSpPr>
            <a:spLocks noGrp="1"/>
          </p:cNvSpPr>
          <p:nvPr>
            <p:ph type="body" idx="1"/>
          </p:nvPr>
        </p:nvSpPr>
        <p:spPr>
          <a:xfrm>
            <a:off x="480060" y="1690687"/>
            <a:ext cx="5478779"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24578DF-6A62-6E45-BE3E-26302F4D4EC8}"/>
              </a:ext>
            </a:extLst>
          </p:cNvPr>
          <p:cNvSpPr>
            <a:spLocks noGrp="1"/>
          </p:cNvSpPr>
          <p:nvPr>
            <p:ph sz="half" idx="2"/>
          </p:nvPr>
        </p:nvSpPr>
        <p:spPr>
          <a:xfrm>
            <a:off x="480060" y="2644139"/>
            <a:ext cx="5478779" cy="3122039"/>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5" name="Text Placeholder 4">
            <a:extLst>
              <a:ext uri="{FF2B5EF4-FFF2-40B4-BE49-F238E27FC236}">
                <a16:creationId xmlns:a16="http://schemas.microsoft.com/office/drawing/2014/main" id="{EDBF3CC5-FE37-7F4F-833A-E69E5774CABB}"/>
              </a:ext>
            </a:extLst>
          </p:cNvPr>
          <p:cNvSpPr>
            <a:spLocks noGrp="1"/>
          </p:cNvSpPr>
          <p:nvPr>
            <p:ph type="body" sz="quarter" idx="3"/>
          </p:nvPr>
        </p:nvSpPr>
        <p:spPr>
          <a:xfrm>
            <a:off x="6233162" y="1690687"/>
            <a:ext cx="5385632"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AE6807D-A720-F241-9BB2-F122E0191037}"/>
              </a:ext>
            </a:extLst>
          </p:cNvPr>
          <p:cNvSpPr>
            <a:spLocks noGrp="1"/>
          </p:cNvSpPr>
          <p:nvPr>
            <p:ph sz="quarter" idx="4"/>
          </p:nvPr>
        </p:nvSpPr>
        <p:spPr>
          <a:xfrm>
            <a:off x="6233162" y="2644139"/>
            <a:ext cx="5385632" cy="3122040"/>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11" name="Slide Number Placeholder 5">
            <a:extLst>
              <a:ext uri="{FF2B5EF4-FFF2-40B4-BE49-F238E27FC236}">
                <a16:creationId xmlns:a16="http://schemas.microsoft.com/office/drawing/2014/main" id="{F5A9E9F2-3D91-499D-E9E4-52170B2ABD45}"/>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1987002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979A-6F45-3E4A-A60A-EFFA3826C928}"/>
              </a:ext>
            </a:extLst>
          </p:cNvPr>
          <p:cNvSpPr>
            <a:spLocks noGrp="1"/>
          </p:cNvSpPr>
          <p:nvPr>
            <p:ph type="title"/>
          </p:nvPr>
        </p:nvSpPr>
        <p:spPr>
          <a:xfrm>
            <a:off x="472440" y="1097280"/>
            <a:ext cx="5486400" cy="960120"/>
          </a:xfrm>
        </p:spPr>
        <p:txBody>
          <a:bodyPr anchor="b"/>
          <a:lstStyle>
            <a:lvl1pPr>
              <a:defRPr sz="3200"/>
            </a:lvl1pPr>
          </a:lstStyle>
          <a:p>
            <a:r>
              <a:rPr lang="en-GB"/>
              <a:t>Click to edit Master title style</a:t>
            </a:r>
            <a:endParaRPr lang="ro-RO"/>
          </a:p>
        </p:txBody>
      </p:sp>
      <p:sp>
        <p:nvSpPr>
          <p:cNvPr id="3" name="Content Placeholder 2">
            <a:extLst>
              <a:ext uri="{FF2B5EF4-FFF2-40B4-BE49-F238E27FC236}">
                <a16:creationId xmlns:a16="http://schemas.microsoft.com/office/drawing/2014/main" id="{C3E547A6-5743-E643-B453-E57FD81B4CBD}"/>
              </a:ext>
            </a:extLst>
          </p:cNvPr>
          <p:cNvSpPr>
            <a:spLocks noGrp="1"/>
          </p:cNvSpPr>
          <p:nvPr>
            <p:ph idx="1"/>
          </p:nvPr>
        </p:nvSpPr>
        <p:spPr>
          <a:xfrm>
            <a:off x="6233160" y="1097280"/>
            <a:ext cx="5379720" cy="4671060"/>
          </a:xfrm>
        </p:spPr>
        <p:txBody>
          <a:bodyPr/>
          <a:lstStyle>
            <a:lvl1pPr marL="0" indent="0">
              <a:buFontTx/>
              <a:buNone/>
              <a:defRPr sz="3200"/>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ro-RO"/>
          </a:p>
        </p:txBody>
      </p:sp>
      <p:sp>
        <p:nvSpPr>
          <p:cNvPr id="4" name="Text Placeholder 3">
            <a:extLst>
              <a:ext uri="{FF2B5EF4-FFF2-40B4-BE49-F238E27FC236}">
                <a16:creationId xmlns:a16="http://schemas.microsoft.com/office/drawing/2014/main" id="{10A95366-C54A-DC4F-BB94-E48789E2CE71}"/>
              </a:ext>
            </a:extLst>
          </p:cNvPr>
          <p:cNvSpPr>
            <a:spLocks noGrp="1"/>
          </p:cNvSpPr>
          <p:nvPr>
            <p:ph type="body" sz="half" idx="2"/>
          </p:nvPr>
        </p:nvSpPr>
        <p:spPr>
          <a:xfrm>
            <a:off x="472440" y="2110740"/>
            <a:ext cx="5486400" cy="36499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Slide Number Placeholder 5">
            <a:extLst>
              <a:ext uri="{FF2B5EF4-FFF2-40B4-BE49-F238E27FC236}">
                <a16:creationId xmlns:a16="http://schemas.microsoft.com/office/drawing/2014/main" id="{46DCFD7E-9D42-62AC-A809-1AAE7C4FD245}"/>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38078362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AA0D6-847E-0446-A7EE-29C6004BA2E2}"/>
              </a:ext>
            </a:extLst>
          </p:cNvPr>
          <p:cNvSpPr>
            <a:spLocks noGrp="1"/>
          </p:cNvSpPr>
          <p:nvPr>
            <p:ph type="title"/>
          </p:nvPr>
        </p:nvSpPr>
        <p:spPr>
          <a:xfrm>
            <a:off x="472440" y="987424"/>
            <a:ext cx="4366260" cy="1069975"/>
          </a:xfrm>
        </p:spPr>
        <p:txBody>
          <a:bodyPr anchor="b"/>
          <a:lstStyle>
            <a:lvl1pPr>
              <a:defRPr sz="3200"/>
            </a:lvl1pPr>
          </a:lstStyle>
          <a:p>
            <a:r>
              <a:rPr lang="en-GB"/>
              <a:t>Click to edit Master title style</a:t>
            </a:r>
            <a:endParaRPr lang="ro-RO"/>
          </a:p>
        </p:txBody>
      </p:sp>
      <p:sp>
        <p:nvSpPr>
          <p:cNvPr id="3" name="Picture Placeholder 2">
            <a:extLst>
              <a:ext uri="{FF2B5EF4-FFF2-40B4-BE49-F238E27FC236}">
                <a16:creationId xmlns:a16="http://schemas.microsoft.com/office/drawing/2014/main" id="{A1847C8B-D78A-2D4F-A119-C27F106644F8}"/>
              </a:ext>
            </a:extLst>
          </p:cNvPr>
          <p:cNvSpPr>
            <a:spLocks noGrp="1"/>
          </p:cNvSpPr>
          <p:nvPr>
            <p:ph type="pic" idx="1"/>
          </p:nvPr>
        </p:nvSpPr>
        <p:spPr>
          <a:xfrm>
            <a:off x="5183188" y="987425"/>
            <a:ext cx="6528752" cy="478853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ro-RO"/>
          </a:p>
        </p:txBody>
      </p:sp>
      <p:sp>
        <p:nvSpPr>
          <p:cNvPr id="4" name="Text Placeholder 3">
            <a:extLst>
              <a:ext uri="{FF2B5EF4-FFF2-40B4-BE49-F238E27FC236}">
                <a16:creationId xmlns:a16="http://schemas.microsoft.com/office/drawing/2014/main" id="{D42707EF-1848-FF46-882C-FD33F01F0B03}"/>
              </a:ext>
            </a:extLst>
          </p:cNvPr>
          <p:cNvSpPr>
            <a:spLocks noGrp="1"/>
          </p:cNvSpPr>
          <p:nvPr>
            <p:ph type="body" sz="half" idx="2"/>
          </p:nvPr>
        </p:nvSpPr>
        <p:spPr>
          <a:xfrm>
            <a:off x="472440" y="2057400"/>
            <a:ext cx="4366260" cy="37185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Slide Number Placeholder 5">
            <a:extLst>
              <a:ext uri="{FF2B5EF4-FFF2-40B4-BE49-F238E27FC236}">
                <a16:creationId xmlns:a16="http://schemas.microsoft.com/office/drawing/2014/main" id="{7E75D1F7-AC41-546B-3080-5C106F5F1B9C}"/>
              </a:ext>
            </a:extLst>
          </p:cNvPr>
          <p:cNvSpPr txBox="1">
            <a:spLocks/>
          </p:cNvSpPr>
          <p:nvPr userDrawn="1"/>
        </p:nvSpPr>
        <p:spPr>
          <a:xfrm>
            <a:off x="8977724" y="463018"/>
            <a:ext cx="2743200" cy="164930"/>
          </a:xfrm>
          <a:prstGeom prst="rect">
            <a:avLst/>
          </a:prstGeom>
        </p:spPr>
        <p:txBody>
          <a:bodyPr vert="horz" lIns="91440" tIns="45720" rIns="91440" bIns="45720" rtlCol="0" anchor="ctr"/>
          <a:lstStyle>
            <a:defPPr>
              <a:defRPr lang="ro-R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698B14-68FA-413A-BC50-763A65A75409}" type="slidenum">
              <a:rPr lang="ro-RO" sz="1000" smtClean="0">
                <a:solidFill>
                  <a:schemeClr val="tx1"/>
                </a:solidFill>
                <a:latin typeface="+mj-lt"/>
              </a:rPr>
              <a:pPr/>
              <a:t>‹#›</a:t>
            </a:fld>
            <a:endParaRPr lang="ro-RO" sz="1000">
              <a:solidFill>
                <a:schemeClr val="tx1"/>
              </a:solidFill>
              <a:latin typeface="+mj-lt"/>
            </a:endParaRPr>
          </a:p>
        </p:txBody>
      </p:sp>
    </p:spTree>
    <p:extLst>
      <p:ext uri="{BB962C8B-B14F-4D97-AF65-F5344CB8AC3E}">
        <p14:creationId xmlns:p14="http://schemas.microsoft.com/office/powerpoint/2010/main" val="3619726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808BA-224D-554D-8E3F-776806D9C90B}"/>
              </a:ext>
            </a:extLst>
          </p:cNvPr>
          <p:cNvSpPr>
            <a:spLocks noGrp="1"/>
          </p:cNvSpPr>
          <p:nvPr>
            <p:ph type="title"/>
          </p:nvPr>
        </p:nvSpPr>
        <p:spPr>
          <a:xfrm>
            <a:off x="480061" y="1091820"/>
            <a:ext cx="11134184" cy="598867"/>
          </a:xfrm>
        </p:spPr>
        <p:txBody>
          <a:bodyPr/>
          <a:lstStyle/>
          <a:p>
            <a:r>
              <a:rPr lang="en-GB"/>
              <a:t>Click to edit Master title style</a:t>
            </a:r>
            <a:endParaRPr lang="ro-RO"/>
          </a:p>
        </p:txBody>
      </p:sp>
    </p:spTree>
    <p:extLst>
      <p:ext uri="{BB962C8B-B14F-4D97-AF65-F5344CB8AC3E}">
        <p14:creationId xmlns:p14="http://schemas.microsoft.com/office/powerpoint/2010/main" val="1133289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75A698-B3EA-814E-862F-371679D32212}"/>
              </a:ext>
            </a:extLst>
          </p:cNvPr>
          <p:cNvSpPr>
            <a:spLocks noGrp="1"/>
          </p:cNvSpPr>
          <p:nvPr>
            <p:ph type="title"/>
          </p:nvPr>
        </p:nvSpPr>
        <p:spPr>
          <a:xfrm>
            <a:off x="480061" y="1091820"/>
            <a:ext cx="11134184" cy="598867"/>
          </a:xfrm>
          <a:prstGeom prst="rect">
            <a:avLst/>
          </a:prstGeom>
        </p:spPr>
        <p:txBody>
          <a:bodyPr vert="horz" lIns="91440" tIns="45720" rIns="91440" bIns="45720" rtlCol="0" anchor="ctr">
            <a:normAutofit/>
          </a:bodyPr>
          <a:lstStyle/>
          <a:p>
            <a:r>
              <a:rPr lang="en-US"/>
              <a:t>Click to edit Master title style</a:t>
            </a:r>
            <a:endParaRPr lang="ro-RO"/>
          </a:p>
        </p:txBody>
      </p:sp>
      <p:sp>
        <p:nvSpPr>
          <p:cNvPr id="3" name="Text Placeholder 2">
            <a:extLst>
              <a:ext uri="{FF2B5EF4-FFF2-40B4-BE49-F238E27FC236}">
                <a16:creationId xmlns:a16="http://schemas.microsoft.com/office/drawing/2014/main" id="{92FAF3A9-4B98-A046-8F42-C76F0F9EA1CB}"/>
              </a:ext>
            </a:extLst>
          </p:cNvPr>
          <p:cNvSpPr>
            <a:spLocks noGrp="1"/>
          </p:cNvSpPr>
          <p:nvPr>
            <p:ph type="body" idx="1"/>
          </p:nvPr>
        </p:nvSpPr>
        <p:spPr>
          <a:xfrm>
            <a:off x="480061" y="2647665"/>
            <a:ext cx="11134183" cy="31185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Tree>
    <p:extLst>
      <p:ext uri="{BB962C8B-B14F-4D97-AF65-F5344CB8AC3E}">
        <p14:creationId xmlns:p14="http://schemas.microsoft.com/office/powerpoint/2010/main" val="273661954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62" r:id="rId11"/>
    <p:sldLayoutId id="2147483664" r:id="rId12"/>
    <p:sldLayoutId id="2147483665" r:id="rId13"/>
    <p:sldLayoutId id="2147483666" r:id="rId14"/>
    <p:sldLayoutId id="2147483667" r:id="rId15"/>
    <p:sldLayoutId id="2147483669"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search.maven.org/"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hyperlink" Target="https://www.atlassian.com/git/tutorials/syncing" TargetMode="External"/><Relationship Id="rId3" Type="http://schemas.openxmlformats.org/officeDocument/2006/relationships/hyperlink" Target="https://www.atlassian.com/git/tutorials/why-git" TargetMode="External"/><Relationship Id="rId7" Type="http://schemas.openxmlformats.org/officeDocument/2006/relationships/hyperlink" Target="https://www.atlassian.com/git/tutorials/undoing-changes"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hyperlink" Target="https://www.atlassian.com/git/tutorials/inspecting-a-repository" TargetMode="External"/><Relationship Id="rId11" Type="http://schemas.microsoft.com/office/2007/relationships/hdphoto" Target="../media/hdphoto1.wdp"/><Relationship Id="rId5" Type="http://schemas.openxmlformats.org/officeDocument/2006/relationships/hyperlink" Target="https://www.atlassian.com/git/tutorials/saving-changes" TargetMode="External"/><Relationship Id="rId10" Type="http://schemas.openxmlformats.org/officeDocument/2006/relationships/image" Target="../media/image13.png"/><Relationship Id="rId4" Type="http://schemas.openxmlformats.org/officeDocument/2006/relationships/hyperlink" Target="https://www.atlassian.com/git/tutorials/setting-up-a-repository" TargetMode="External"/><Relationship Id="rId9" Type="http://schemas.openxmlformats.org/officeDocument/2006/relationships/hyperlink" Target="https://www.atlassian.com/git/tutorials/using-branch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425E-0EAC-F8AB-539C-E284904F4D06}"/>
              </a:ext>
            </a:extLst>
          </p:cNvPr>
          <p:cNvSpPr>
            <a:spLocks noGrp="1"/>
          </p:cNvSpPr>
          <p:nvPr>
            <p:ph type="ctrTitle"/>
          </p:nvPr>
        </p:nvSpPr>
        <p:spPr>
          <a:xfrm>
            <a:off x="566362" y="3807980"/>
            <a:ext cx="4926677" cy="1318259"/>
          </a:xfrm>
        </p:spPr>
        <p:txBody>
          <a:bodyPr anchor="ctr">
            <a:noAutofit/>
          </a:bodyPr>
          <a:lstStyle/>
          <a:p>
            <a:pPr>
              <a:lnSpc>
                <a:spcPct val="100000"/>
              </a:lnSpc>
            </a:pPr>
            <a:r>
              <a:rPr lang="en-US" b="1" dirty="0">
                <a:ea typeface="Roboto Medium"/>
                <a:cs typeface="Roboto Medium"/>
              </a:rPr>
              <a:t>Intro – Way of working</a:t>
            </a:r>
            <a:br>
              <a:rPr lang="en-US" b="1" dirty="0">
                <a:ea typeface="Roboto Medium"/>
                <a:cs typeface="Roboto Medium"/>
              </a:rPr>
            </a:br>
            <a:r>
              <a:rPr lang="en-US" b="1" dirty="0">
                <a:ea typeface="Roboto Medium"/>
                <a:cs typeface="Roboto Medium"/>
              </a:rPr>
              <a:t>Git, Maven, Java</a:t>
            </a:r>
            <a:endParaRPr lang="en-US" b="1" dirty="0">
              <a:solidFill>
                <a:srgbClr val="194EA5"/>
              </a:solidFill>
              <a:latin typeface="+mj-lt"/>
              <a:ea typeface="Roboto Medium"/>
              <a:cs typeface="Roboto Medium"/>
            </a:endParaRPr>
          </a:p>
        </p:txBody>
      </p:sp>
    </p:spTree>
    <p:extLst>
      <p:ext uri="{BB962C8B-B14F-4D97-AF65-F5344CB8AC3E}">
        <p14:creationId xmlns:p14="http://schemas.microsoft.com/office/powerpoint/2010/main" val="2922363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66B29-58F8-1DFF-F2AF-58937F5109B0}"/>
              </a:ext>
            </a:extLst>
          </p:cNvPr>
          <p:cNvSpPr>
            <a:spLocks noGrp="1"/>
          </p:cNvSpPr>
          <p:nvPr>
            <p:ph type="title"/>
          </p:nvPr>
        </p:nvSpPr>
        <p:spPr>
          <a:xfrm>
            <a:off x="472440" y="1091820"/>
            <a:ext cx="11141804" cy="598867"/>
          </a:xfrm>
        </p:spPr>
        <p:txBody>
          <a:bodyPr anchor="ctr">
            <a:normAutofit/>
          </a:bodyPr>
          <a:lstStyle/>
          <a:p>
            <a:r>
              <a:rPr lang="en-US" sz="3400" dirty="0"/>
              <a:t>Git</a:t>
            </a:r>
          </a:p>
        </p:txBody>
      </p:sp>
      <p:sp>
        <p:nvSpPr>
          <p:cNvPr id="3" name="Content Placeholder 2">
            <a:extLst>
              <a:ext uri="{FF2B5EF4-FFF2-40B4-BE49-F238E27FC236}">
                <a16:creationId xmlns:a16="http://schemas.microsoft.com/office/drawing/2014/main" id="{10DEDE48-B959-348F-490C-0656711FD2B6}"/>
              </a:ext>
            </a:extLst>
          </p:cNvPr>
          <p:cNvSpPr>
            <a:spLocks noGrp="1"/>
          </p:cNvSpPr>
          <p:nvPr>
            <p:ph sz="half" idx="1"/>
          </p:nvPr>
        </p:nvSpPr>
        <p:spPr>
          <a:xfrm>
            <a:off x="472440" y="2201439"/>
            <a:ext cx="5479462" cy="3118514"/>
          </a:xfrm>
        </p:spPr>
        <p:txBody>
          <a:bodyPr>
            <a:normAutofit fontScale="85000" lnSpcReduction="10000"/>
          </a:bodyPr>
          <a:lstStyle/>
          <a:p>
            <a:r>
              <a:rPr lang="en-GB" sz="2400" b="1" dirty="0">
                <a:solidFill>
                  <a:srgbClr val="262626"/>
                </a:solidFill>
                <a:latin typeface="Lato"/>
              </a:rPr>
              <a:t>Control System</a:t>
            </a:r>
            <a:r>
              <a:rPr lang="en-GB" sz="2400" b="1" dirty="0">
                <a:latin typeface="Lato"/>
              </a:rPr>
              <a:t>:</a:t>
            </a:r>
            <a:r>
              <a:rPr lang="en-GB" sz="2400" dirty="0">
                <a:solidFill>
                  <a:srgbClr val="0A0A23"/>
                </a:solidFill>
                <a:latin typeface="Lato"/>
              </a:rPr>
              <a:t> it can be used to </a:t>
            </a:r>
            <a:r>
              <a:rPr lang="en-GB" sz="2400" dirty="0">
                <a:solidFill>
                  <a:srgbClr val="0075C0"/>
                </a:solidFill>
                <a:latin typeface="Lato"/>
              </a:rPr>
              <a:t>store content</a:t>
            </a:r>
            <a:endParaRPr lang="en-US" sz="2400" dirty="0">
              <a:solidFill>
                <a:srgbClr val="0075C0"/>
              </a:solidFill>
            </a:endParaRPr>
          </a:p>
          <a:p>
            <a:r>
              <a:rPr lang="en-GB" sz="2400" b="1" dirty="0">
                <a:solidFill>
                  <a:srgbClr val="262626"/>
                </a:solidFill>
                <a:latin typeface="Lato"/>
              </a:rPr>
              <a:t>Version</a:t>
            </a:r>
            <a:r>
              <a:rPr lang="en-GB" sz="2400" b="1" dirty="0">
                <a:latin typeface="Lato"/>
              </a:rPr>
              <a:t> Control System</a:t>
            </a:r>
            <a:r>
              <a:rPr lang="en-GB" sz="2400" dirty="0">
                <a:solidFill>
                  <a:srgbClr val="0A0A23"/>
                </a:solidFill>
                <a:latin typeface="Lato"/>
              </a:rPr>
              <a:t>: Many developers can add </a:t>
            </a:r>
            <a:r>
              <a:rPr lang="en-GB" sz="2400" dirty="0">
                <a:solidFill>
                  <a:srgbClr val="0075C0"/>
                </a:solidFill>
                <a:latin typeface="Lato"/>
              </a:rPr>
              <a:t>code in parallel</a:t>
            </a:r>
            <a:r>
              <a:rPr lang="en-GB" sz="2400" dirty="0">
                <a:solidFill>
                  <a:srgbClr val="0A0A23"/>
                </a:solidFill>
                <a:latin typeface="Lato"/>
              </a:rPr>
              <a:t>. Git in handling this by maintaining a </a:t>
            </a:r>
            <a:r>
              <a:rPr lang="en-GB" sz="2400" dirty="0">
                <a:solidFill>
                  <a:srgbClr val="0075C0"/>
                </a:solidFill>
                <a:latin typeface="Lato"/>
              </a:rPr>
              <a:t>history</a:t>
            </a:r>
            <a:r>
              <a:rPr lang="en-GB" sz="2400" dirty="0">
                <a:solidFill>
                  <a:srgbClr val="0A0A23"/>
                </a:solidFill>
                <a:latin typeface="Lato"/>
              </a:rPr>
              <a:t> of what changes have happened</a:t>
            </a:r>
          </a:p>
          <a:p>
            <a:r>
              <a:rPr lang="en-GB" sz="2400" b="1" dirty="0">
                <a:solidFill>
                  <a:srgbClr val="262626"/>
                </a:solidFill>
                <a:latin typeface="Lato"/>
              </a:rPr>
              <a:t>Distributed</a:t>
            </a:r>
            <a:r>
              <a:rPr lang="en-GB" sz="2400" b="1" dirty="0">
                <a:latin typeface="Lato"/>
              </a:rPr>
              <a:t> Version Control System</a:t>
            </a:r>
            <a:r>
              <a:rPr lang="en-GB" sz="2400" dirty="0">
                <a:solidFill>
                  <a:srgbClr val="0A0A23"/>
                </a:solidFill>
                <a:latin typeface="Lato"/>
              </a:rPr>
              <a:t>: Git has a </a:t>
            </a:r>
            <a:r>
              <a:rPr lang="en-GB" sz="2400" dirty="0">
                <a:solidFill>
                  <a:srgbClr val="0075C0"/>
                </a:solidFill>
                <a:latin typeface="Lato"/>
              </a:rPr>
              <a:t>remote repository </a:t>
            </a:r>
            <a:r>
              <a:rPr lang="en-GB" sz="2400" dirty="0">
                <a:solidFill>
                  <a:srgbClr val="0A0A23"/>
                </a:solidFill>
                <a:latin typeface="Lato"/>
              </a:rPr>
              <a:t>which is stored in a server and a </a:t>
            </a:r>
            <a:r>
              <a:rPr lang="en-GB" sz="2400" dirty="0">
                <a:solidFill>
                  <a:srgbClr val="0075C0"/>
                </a:solidFill>
                <a:latin typeface="Lato"/>
              </a:rPr>
              <a:t>local repository </a:t>
            </a:r>
            <a:r>
              <a:rPr lang="en-GB" sz="2400" dirty="0">
                <a:solidFill>
                  <a:srgbClr val="0A0A23"/>
                </a:solidFill>
                <a:latin typeface="Lato"/>
              </a:rPr>
              <a:t>which is stored in the computer of each developer. Git is a Distributed Version Control System since the code is present in every developer’s computer</a:t>
            </a:r>
            <a:endParaRPr lang="en-US" sz="2400" dirty="0"/>
          </a:p>
          <a:p>
            <a:endParaRPr lang="en-US" sz="2400" dirty="0"/>
          </a:p>
        </p:txBody>
      </p:sp>
      <p:pic>
        <p:nvPicPr>
          <p:cNvPr id="4" name="Picture 3">
            <a:extLst>
              <a:ext uri="{FF2B5EF4-FFF2-40B4-BE49-F238E27FC236}">
                <a16:creationId xmlns:a16="http://schemas.microsoft.com/office/drawing/2014/main" id="{1E8F67EA-25E7-BF71-A144-72BB96B25BB1}"/>
              </a:ext>
            </a:extLst>
          </p:cNvPr>
          <p:cNvPicPr>
            <a:picLocks noChangeAspect="1"/>
          </p:cNvPicPr>
          <p:nvPr/>
        </p:nvPicPr>
        <p:blipFill>
          <a:blip r:embed="rId3"/>
          <a:stretch>
            <a:fillRect/>
          </a:stretch>
        </p:blipFill>
        <p:spPr>
          <a:xfrm>
            <a:off x="8374289" y="1949070"/>
            <a:ext cx="3046553" cy="1269397"/>
          </a:xfrm>
          <a:prstGeom prst="rect">
            <a:avLst/>
          </a:prstGeom>
        </p:spPr>
      </p:pic>
    </p:spTree>
    <p:extLst>
      <p:ext uri="{BB962C8B-B14F-4D97-AF65-F5344CB8AC3E}">
        <p14:creationId xmlns:p14="http://schemas.microsoft.com/office/powerpoint/2010/main" val="2108998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8AE0D-7804-7896-6481-79F3A9D64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0C833-5764-F8B4-BD77-FB5E47CAEF0A}"/>
              </a:ext>
            </a:extLst>
          </p:cNvPr>
          <p:cNvSpPr>
            <a:spLocks noGrp="1"/>
          </p:cNvSpPr>
          <p:nvPr>
            <p:ph type="title"/>
          </p:nvPr>
        </p:nvSpPr>
        <p:spPr>
          <a:xfrm>
            <a:off x="472440" y="1091820"/>
            <a:ext cx="11141804" cy="598867"/>
          </a:xfrm>
        </p:spPr>
        <p:txBody>
          <a:bodyPr anchor="ctr">
            <a:normAutofit/>
          </a:bodyPr>
          <a:lstStyle/>
          <a:p>
            <a:r>
              <a:rPr lang="en-US" sz="3400" dirty="0"/>
              <a:t>Why do we need Git?</a:t>
            </a:r>
          </a:p>
        </p:txBody>
      </p:sp>
      <p:pic>
        <p:nvPicPr>
          <p:cNvPr id="4" name="Picture 3">
            <a:extLst>
              <a:ext uri="{FF2B5EF4-FFF2-40B4-BE49-F238E27FC236}">
                <a16:creationId xmlns:a16="http://schemas.microsoft.com/office/drawing/2014/main" id="{2050EE2C-35D1-FB71-D8DD-5F70595E63DF}"/>
              </a:ext>
            </a:extLst>
          </p:cNvPr>
          <p:cNvPicPr>
            <a:picLocks noChangeAspect="1"/>
          </p:cNvPicPr>
          <p:nvPr/>
        </p:nvPicPr>
        <p:blipFill>
          <a:blip r:embed="rId3"/>
          <a:stretch>
            <a:fillRect/>
          </a:stretch>
        </p:blipFill>
        <p:spPr>
          <a:xfrm>
            <a:off x="8374289" y="1949070"/>
            <a:ext cx="3046553" cy="1269397"/>
          </a:xfrm>
          <a:prstGeom prst="rect">
            <a:avLst/>
          </a:prstGeom>
        </p:spPr>
      </p:pic>
      <p:pic>
        <p:nvPicPr>
          <p:cNvPr id="5" name="Content Placeholder 4">
            <a:extLst>
              <a:ext uri="{FF2B5EF4-FFF2-40B4-BE49-F238E27FC236}">
                <a16:creationId xmlns:a16="http://schemas.microsoft.com/office/drawing/2014/main" id="{A1970C31-6BF5-768C-088C-1A66DEED1DF8}"/>
              </a:ext>
            </a:extLst>
          </p:cNvPr>
          <p:cNvPicPr>
            <a:picLocks noGrp="1" noChangeAspect="1"/>
          </p:cNvPicPr>
          <p:nvPr>
            <p:ph sz="half" idx="1"/>
          </p:nvPr>
        </p:nvPicPr>
        <p:blipFill>
          <a:blip r:embed="rId4"/>
          <a:stretch>
            <a:fillRect/>
          </a:stretch>
        </p:blipFill>
        <p:spPr>
          <a:xfrm>
            <a:off x="771158" y="1949070"/>
            <a:ext cx="6670675" cy="3214783"/>
          </a:xfrm>
          <a:prstGeom prst="rect">
            <a:avLst/>
          </a:prstGeom>
        </p:spPr>
      </p:pic>
    </p:spTree>
    <p:extLst>
      <p:ext uri="{BB962C8B-B14F-4D97-AF65-F5344CB8AC3E}">
        <p14:creationId xmlns:p14="http://schemas.microsoft.com/office/powerpoint/2010/main" val="883354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1D872-908C-0E2F-D0DB-A7437EEFF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096C2-FBA9-AACC-195D-9C617397CDD3}"/>
              </a:ext>
            </a:extLst>
          </p:cNvPr>
          <p:cNvSpPr>
            <a:spLocks noGrp="1"/>
          </p:cNvSpPr>
          <p:nvPr>
            <p:ph type="title"/>
          </p:nvPr>
        </p:nvSpPr>
        <p:spPr>
          <a:xfrm>
            <a:off x="472440" y="1091820"/>
            <a:ext cx="11141804" cy="598867"/>
          </a:xfrm>
        </p:spPr>
        <p:txBody>
          <a:bodyPr anchor="ctr">
            <a:normAutofit/>
          </a:bodyPr>
          <a:lstStyle/>
          <a:p>
            <a:r>
              <a:rPr lang="en-US" sz="3400" dirty="0"/>
              <a:t>Working with Git</a:t>
            </a:r>
          </a:p>
        </p:txBody>
      </p:sp>
      <p:pic>
        <p:nvPicPr>
          <p:cNvPr id="8" name="Content Placeholder 7">
            <a:extLst>
              <a:ext uri="{FF2B5EF4-FFF2-40B4-BE49-F238E27FC236}">
                <a16:creationId xmlns:a16="http://schemas.microsoft.com/office/drawing/2014/main" id="{60B0E6DE-84A6-1054-2AF4-3881844E8252}"/>
              </a:ext>
            </a:extLst>
          </p:cNvPr>
          <p:cNvPicPr>
            <a:picLocks noGrp="1" noChangeAspect="1"/>
          </p:cNvPicPr>
          <p:nvPr>
            <p:ph sz="half" idx="1"/>
          </p:nvPr>
        </p:nvPicPr>
        <p:blipFill>
          <a:blip r:embed="rId3"/>
          <a:stretch>
            <a:fillRect/>
          </a:stretch>
        </p:blipFill>
        <p:spPr>
          <a:xfrm>
            <a:off x="4436866" y="974668"/>
            <a:ext cx="5685034" cy="4791512"/>
          </a:xfrm>
          <a:prstGeom prst="rect">
            <a:avLst/>
          </a:prstGeom>
        </p:spPr>
      </p:pic>
    </p:spTree>
    <p:extLst>
      <p:ext uri="{BB962C8B-B14F-4D97-AF65-F5344CB8AC3E}">
        <p14:creationId xmlns:p14="http://schemas.microsoft.com/office/powerpoint/2010/main" val="169530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21BBD-0704-222D-EE33-2D5E22363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47926-87E9-40FA-18EE-4B45CE10F738}"/>
              </a:ext>
            </a:extLst>
          </p:cNvPr>
          <p:cNvSpPr>
            <a:spLocks noGrp="1"/>
          </p:cNvSpPr>
          <p:nvPr>
            <p:ph type="title"/>
          </p:nvPr>
        </p:nvSpPr>
        <p:spPr>
          <a:xfrm>
            <a:off x="472440" y="1091820"/>
            <a:ext cx="11141804" cy="598867"/>
          </a:xfrm>
        </p:spPr>
        <p:txBody>
          <a:bodyPr anchor="ctr">
            <a:normAutofit/>
          </a:bodyPr>
          <a:lstStyle/>
          <a:p>
            <a:r>
              <a:rPr lang="en-US" sz="3400" dirty="0"/>
              <a:t>What is a branch?</a:t>
            </a:r>
          </a:p>
        </p:txBody>
      </p:sp>
      <p:sp>
        <p:nvSpPr>
          <p:cNvPr id="3" name="Content Placeholder 2">
            <a:extLst>
              <a:ext uri="{FF2B5EF4-FFF2-40B4-BE49-F238E27FC236}">
                <a16:creationId xmlns:a16="http://schemas.microsoft.com/office/drawing/2014/main" id="{7BF51496-91E4-1408-0C37-0D9355E802BE}"/>
              </a:ext>
            </a:extLst>
          </p:cNvPr>
          <p:cNvSpPr>
            <a:spLocks noGrp="1"/>
          </p:cNvSpPr>
          <p:nvPr>
            <p:ph sz="half" idx="1"/>
          </p:nvPr>
        </p:nvSpPr>
        <p:spPr>
          <a:xfrm>
            <a:off x="472440" y="2201439"/>
            <a:ext cx="3299460" cy="681461"/>
          </a:xfrm>
        </p:spPr>
        <p:txBody>
          <a:bodyPr>
            <a:normAutofit fontScale="70000" lnSpcReduction="20000"/>
          </a:bodyPr>
          <a:lstStyle/>
          <a:p>
            <a:r>
              <a:rPr lang="en-GB" sz="2400" dirty="0"/>
              <a:t>Git branches are effectively a pointer to a snapshot of your changes </a:t>
            </a:r>
          </a:p>
          <a:p>
            <a:endParaRPr lang="en-GB" sz="2400" b="1" dirty="0">
              <a:solidFill>
                <a:srgbClr val="262626"/>
              </a:solidFill>
              <a:latin typeface="Lato"/>
            </a:endParaRPr>
          </a:p>
        </p:txBody>
      </p:sp>
      <p:pic>
        <p:nvPicPr>
          <p:cNvPr id="5" name="Picture 4">
            <a:extLst>
              <a:ext uri="{FF2B5EF4-FFF2-40B4-BE49-F238E27FC236}">
                <a16:creationId xmlns:a16="http://schemas.microsoft.com/office/drawing/2014/main" id="{25200EE9-8178-DE7D-A2E8-92DAD1FFD999}"/>
              </a:ext>
            </a:extLst>
          </p:cNvPr>
          <p:cNvPicPr>
            <a:picLocks noChangeAspect="1"/>
          </p:cNvPicPr>
          <p:nvPr/>
        </p:nvPicPr>
        <p:blipFill rotWithShape="1">
          <a:blip r:embed="rId3"/>
          <a:srcRect t="19128"/>
          <a:stretch/>
        </p:blipFill>
        <p:spPr>
          <a:xfrm>
            <a:off x="5243242" y="1958272"/>
            <a:ext cx="5080000" cy="2351992"/>
          </a:xfrm>
          <a:prstGeom prst="rect">
            <a:avLst/>
          </a:prstGeom>
        </p:spPr>
      </p:pic>
      <p:sp>
        <p:nvSpPr>
          <p:cNvPr id="7" name="TextBox 6">
            <a:extLst>
              <a:ext uri="{FF2B5EF4-FFF2-40B4-BE49-F238E27FC236}">
                <a16:creationId xmlns:a16="http://schemas.microsoft.com/office/drawing/2014/main" id="{D71D446A-E70A-BFDB-5AB8-1A51B9F66E8C}"/>
              </a:ext>
            </a:extLst>
          </p:cNvPr>
          <p:cNvSpPr txBox="1"/>
          <p:nvPr/>
        </p:nvSpPr>
        <p:spPr>
          <a:xfrm>
            <a:off x="472440" y="3262710"/>
            <a:ext cx="3238500" cy="1200329"/>
          </a:xfrm>
          <a:prstGeom prst="rect">
            <a:avLst/>
          </a:prstGeom>
          <a:noFill/>
        </p:spPr>
        <p:txBody>
          <a:bodyPr wrap="square">
            <a:spAutoFit/>
          </a:bodyPr>
          <a:lstStyle/>
          <a:p>
            <a:r>
              <a:rPr lang="en-GB" dirty="0"/>
              <a:t>When you want to add a </a:t>
            </a:r>
            <a:r>
              <a:rPr lang="en-GB" dirty="0">
                <a:solidFill>
                  <a:srgbClr val="0075C0"/>
                </a:solidFill>
              </a:rPr>
              <a:t>new</a:t>
            </a:r>
            <a:r>
              <a:rPr lang="en-GB" dirty="0">
                <a:solidFill>
                  <a:srgbClr val="FF6200"/>
                </a:solidFill>
              </a:rPr>
              <a:t> </a:t>
            </a:r>
            <a:r>
              <a:rPr lang="en-GB" dirty="0">
                <a:solidFill>
                  <a:srgbClr val="0075C0"/>
                </a:solidFill>
              </a:rPr>
              <a:t>feature</a:t>
            </a:r>
            <a:r>
              <a:rPr lang="en-GB" dirty="0">
                <a:solidFill>
                  <a:srgbClr val="FF6200"/>
                </a:solidFill>
              </a:rPr>
              <a:t> </a:t>
            </a:r>
            <a:r>
              <a:rPr lang="en-GB" dirty="0"/>
              <a:t>or </a:t>
            </a:r>
            <a:r>
              <a:rPr lang="en-GB" dirty="0">
                <a:solidFill>
                  <a:srgbClr val="0075C0"/>
                </a:solidFill>
              </a:rPr>
              <a:t>fix a bug </a:t>
            </a:r>
            <a:r>
              <a:rPr lang="en-GB" dirty="0"/>
              <a:t>you spawn a new branch to encapsulate your changes</a:t>
            </a:r>
            <a:endParaRPr lang="en-US" dirty="0"/>
          </a:p>
        </p:txBody>
      </p:sp>
      <p:sp>
        <p:nvSpPr>
          <p:cNvPr id="9" name="TextBox 8">
            <a:extLst>
              <a:ext uri="{FF2B5EF4-FFF2-40B4-BE49-F238E27FC236}">
                <a16:creationId xmlns:a16="http://schemas.microsoft.com/office/drawing/2014/main" id="{81B4F760-D46E-BDCF-46D1-22CB672EFCB7}"/>
              </a:ext>
            </a:extLst>
          </p:cNvPr>
          <p:cNvSpPr txBox="1"/>
          <p:nvPr/>
        </p:nvSpPr>
        <p:spPr>
          <a:xfrm>
            <a:off x="2832100" y="4842850"/>
            <a:ext cx="6096000" cy="923330"/>
          </a:xfrm>
          <a:prstGeom prst="rect">
            <a:avLst/>
          </a:prstGeom>
          <a:noFill/>
        </p:spPr>
        <p:txBody>
          <a:bodyPr wrap="square">
            <a:spAutoFit/>
          </a:bodyPr>
          <a:lstStyle/>
          <a:p>
            <a:r>
              <a:rPr lang="en-GB" sz="1800" dirty="0"/>
              <a:t>This makes it harder for unstable code to get merged into the main code base, and it gives you the chance to clean up your future's history before merging it into the main branch.</a:t>
            </a:r>
            <a:endParaRPr lang="en-US" dirty="0"/>
          </a:p>
        </p:txBody>
      </p:sp>
    </p:spTree>
    <p:extLst>
      <p:ext uri="{BB962C8B-B14F-4D97-AF65-F5344CB8AC3E}">
        <p14:creationId xmlns:p14="http://schemas.microsoft.com/office/powerpoint/2010/main" val="2104239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71752-90E5-5BC7-B811-4502D0F87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98604-72CF-E713-9B17-B6AC77197444}"/>
              </a:ext>
            </a:extLst>
          </p:cNvPr>
          <p:cNvSpPr>
            <a:spLocks noGrp="1"/>
          </p:cNvSpPr>
          <p:nvPr>
            <p:ph type="title"/>
          </p:nvPr>
        </p:nvSpPr>
        <p:spPr>
          <a:xfrm>
            <a:off x="472440" y="1091820"/>
            <a:ext cx="11141804" cy="598867"/>
          </a:xfrm>
        </p:spPr>
        <p:txBody>
          <a:bodyPr anchor="ctr">
            <a:normAutofit/>
          </a:bodyPr>
          <a:lstStyle/>
          <a:p>
            <a:r>
              <a:rPr lang="en-US" sz="3400" dirty="0"/>
              <a:t>Maven</a:t>
            </a:r>
          </a:p>
        </p:txBody>
      </p:sp>
      <p:sp>
        <p:nvSpPr>
          <p:cNvPr id="4" name="Content Placeholder 3">
            <a:extLst>
              <a:ext uri="{FF2B5EF4-FFF2-40B4-BE49-F238E27FC236}">
                <a16:creationId xmlns:a16="http://schemas.microsoft.com/office/drawing/2014/main" id="{453283B9-4633-E151-3494-C1AC5D55DB0F}"/>
              </a:ext>
            </a:extLst>
          </p:cNvPr>
          <p:cNvSpPr>
            <a:spLocks noGrp="1"/>
          </p:cNvSpPr>
          <p:nvPr>
            <p:ph sz="half" idx="1"/>
          </p:nvPr>
        </p:nvSpPr>
        <p:spPr>
          <a:xfrm>
            <a:off x="930910" y="1869743"/>
            <a:ext cx="5479462" cy="3118514"/>
          </a:xfrm>
        </p:spPr>
        <p:txBody>
          <a:bodyPr>
            <a:normAutofit fontScale="55000" lnSpcReduction="20000"/>
          </a:bodyPr>
          <a:lstStyle/>
          <a:p>
            <a:pPr marL="285750" indent="-285750">
              <a:lnSpc>
                <a:spcPct val="200000"/>
              </a:lnSpc>
              <a:buFont typeface="Arial" panose="020B0604020202020204" pitchFamily="34" charset="0"/>
              <a:buChar char="•"/>
            </a:pPr>
            <a:r>
              <a:rPr lang="en-RO" dirty="0"/>
              <a:t>Build automation tool</a:t>
            </a:r>
          </a:p>
          <a:p>
            <a:pPr marL="285750" indent="-285750">
              <a:lnSpc>
                <a:spcPct val="200000"/>
              </a:lnSpc>
              <a:buFont typeface="Arial" panose="020B0604020202020204" pitchFamily="34" charset="0"/>
              <a:buChar char="•"/>
            </a:pPr>
            <a:r>
              <a:rPr lang="en-RO" dirty="0"/>
              <a:t>Mainly used for Java projects</a:t>
            </a:r>
          </a:p>
          <a:p>
            <a:pPr marL="285750" indent="-285750">
              <a:lnSpc>
                <a:spcPct val="200000"/>
              </a:lnSpc>
              <a:buFont typeface="Arial" panose="020B0604020202020204" pitchFamily="34" charset="0"/>
              <a:buChar char="•"/>
            </a:pPr>
            <a:r>
              <a:rPr lang="en-RO" dirty="0"/>
              <a:t>Uses conventions for build structure</a:t>
            </a:r>
          </a:p>
          <a:p>
            <a:pPr marL="285750" indent="-285750">
              <a:lnSpc>
                <a:spcPct val="200000"/>
              </a:lnSpc>
              <a:buFont typeface="Arial" panose="020B0604020202020204" pitchFamily="34" charset="0"/>
              <a:buChar char="•"/>
            </a:pPr>
            <a:r>
              <a:rPr lang="en-RO" dirty="0"/>
              <a:t>Stores libraries and plugins in a central repository (</a:t>
            </a:r>
            <a:r>
              <a:rPr lang="en-GB" dirty="0">
                <a:hlinkClick r:id="rId3"/>
              </a:rPr>
              <a:t>https://search.maven.org/</a:t>
            </a:r>
            <a:r>
              <a:rPr lang="en-GB" dirty="0"/>
              <a:t>) </a:t>
            </a:r>
          </a:p>
          <a:p>
            <a:pPr marL="285750" indent="-285750">
              <a:lnSpc>
                <a:spcPct val="200000"/>
              </a:lnSpc>
              <a:buFont typeface="Arial" panose="020B0604020202020204" pitchFamily="34" charset="0"/>
              <a:buChar char="•"/>
            </a:pPr>
            <a:r>
              <a:rPr lang="en-GB" dirty="0"/>
              <a:t>Dependency management</a:t>
            </a:r>
            <a:endParaRPr lang="en-RO" dirty="0"/>
          </a:p>
          <a:p>
            <a:endParaRPr lang="en-US" dirty="0"/>
          </a:p>
        </p:txBody>
      </p:sp>
    </p:spTree>
    <p:extLst>
      <p:ext uri="{BB962C8B-B14F-4D97-AF65-F5344CB8AC3E}">
        <p14:creationId xmlns:p14="http://schemas.microsoft.com/office/powerpoint/2010/main" val="2905487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AEFC6-9669-741D-F10A-F75A20CB8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CC606-172F-18C8-5F76-3D1044E5232A}"/>
              </a:ext>
            </a:extLst>
          </p:cNvPr>
          <p:cNvSpPr>
            <a:spLocks noGrp="1"/>
          </p:cNvSpPr>
          <p:nvPr>
            <p:ph type="title"/>
          </p:nvPr>
        </p:nvSpPr>
        <p:spPr>
          <a:xfrm>
            <a:off x="472440" y="1091820"/>
            <a:ext cx="11141804" cy="598867"/>
          </a:xfrm>
        </p:spPr>
        <p:txBody>
          <a:bodyPr anchor="ctr">
            <a:normAutofit/>
          </a:bodyPr>
          <a:lstStyle/>
          <a:p>
            <a:r>
              <a:rPr lang="en-US" sz="3400" dirty="0"/>
              <a:t>Maven – How does it work?</a:t>
            </a:r>
          </a:p>
        </p:txBody>
      </p:sp>
      <p:sp>
        <p:nvSpPr>
          <p:cNvPr id="4" name="Content Placeholder 3">
            <a:extLst>
              <a:ext uri="{FF2B5EF4-FFF2-40B4-BE49-F238E27FC236}">
                <a16:creationId xmlns:a16="http://schemas.microsoft.com/office/drawing/2014/main" id="{A075F822-6F50-C05A-6AE5-EDF6A6DDB185}"/>
              </a:ext>
            </a:extLst>
          </p:cNvPr>
          <p:cNvSpPr>
            <a:spLocks noGrp="1"/>
          </p:cNvSpPr>
          <p:nvPr>
            <p:ph sz="half" idx="1"/>
          </p:nvPr>
        </p:nvSpPr>
        <p:spPr>
          <a:xfrm>
            <a:off x="962660" y="1869743"/>
            <a:ext cx="5479462" cy="3118514"/>
          </a:xfrm>
        </p:spPr>
        <p:txBody>
          <a:bodyPr>
            <a:normAutofit fontScale="62500" lnSpcReduction="20000"/>
          </a:bodyPr>
          <a:lstStyle/>
          <a:p>
            <a:pPr marL="285750" indent="-285750">
              <a:lnSpc>
                <a:spcPct val="200000"/>
              </a:lnSpc>
              <a:buFont typeface="Arial" panose="020B0604020202020204" pitchFamily="34" charset="0"/>
              <a:buChar char="•"/>
            </a:pPr>
            <a:r>
              <a:rPr lang="en-RO" dirty="0"/>
              <a:t>Build controller via pom.xml (Project Object Model)</a:t>
            </a:r>
          </a:p>
          <a:p>
            <a:pPr marL="285750" indent="-285750">
              <a:lnSpc>
                <a:spcPct val="200000"/>
              </a:lnSpc>
              <a:buFont typeface="Arial" panose="020B0604020202020204" pitchFamily="34" charset="0"/>
              <a:buChar char="•"/>
            </a:pPr>
            <a:r>
              <a:rPr lang="en-RO" dirty="0"/>
              <a:t>Uses a standard build order, directories, plugins</a:t>
            </a:r>
          </a:p>
          <a:p>
            <a:pPr marL="285750" indent="-285750">
              <a:lnSpc>
                <a:spcPct val="200000"/>
              </a:lnSpc>
              <a:buFont typeface="Arial" panose="020B0604020202020204" pitchFamily="34" charset="0"/>
              <a:buChar char="•"/>
            </a:pPr>
            <a:r>
              <a:rPr lang="en-RO" dirty="0"/>
              <a:t>Identifies dependencies in the pom.xml</a:t>
            </a:r>
          </a:p>
          <a:p>
            <a:pPr marL="285750" indent="-285750">
              <a:lnSpc>
                <a:spcPct val="200000"/>
              </a:lnSpc>
              <a:buFont typeface="Arial" panose="020B0604020202020204" pitchFamily="34" charset="0"/>
              <a:buChar char="•"/>
            </a:pPr>
            <a:r>
              <a:rPr lang="en-RO" dirty="0"/>
              <a:t>One POM can call child POM’s</a:t>
            </a:r>
          </a:p>
          <a:p>
            <a:endParaRPr lang="en-US" dirty="0"/>
          </a:p>
        </p:txBody>
      </p:sp>
    </p:spTree>
    <p:extLst>
      <p:ext uri="{BB962C8B-B14F-4D97-AF65-F5344CB8AC3E}">
        <p14:creationId xmlns:p14="http://schemas.microsoft.com/office/powerpoint/2010/main" val="2940543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133C-B869-4EFB-D324-20898AC77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CC35C-A6D9-B036-5876-4CC656D9DE9D}"/>
              </a:ext>
            </a:extLst>
          </p:cNvPr>
          <p:cNvSpPr>
            <a:spLocks noGrp="1"/>
          </p:cNvSpPr>
          <p:nvPr>
            <p:ph type="title"/>
          </p:nvPr>
        </p:nvSpPr>
        <p:spPr>
          <a:xfrm>
            <a:off x="472440" y="1091820"/>
            <a:ext cx="11141804" cy="598867"/>
          </a:xfrm>
        </p:spPr>
        <p:txBody>
          <a:bodyPr anchor="ctr">
            <a:normAutofit/>
          </a:bodyPr>
          <a:lstStyle/>
          <a:p>
            <a:r>
              <a:rPr lang="en-US" sz="3400" dirty="0"/>
              <a:t>Let’s jump into Java</a:t>
            </a:r>
          </a:p>
        </p:txBody>
      </p:sp>
      <p:sp>
        <p:nvSpPr>
          <p:cNvPr id="5" name="TextBox 4">
            <a:extLst>
              <a:ext uri="{FF2B5EF4-FFF2-40B4-BE49-F238E27FC236}">
                <a16:creationId xmlns:a16="http://schemas.microsoft.com/office/drawing/2014/main" id="{38386CCA-700A-B071-F528-CDD873EF0E0D}"/>
              </a:ext>
            </a:extLst>
          </p:cNvPr>
          <p:cNvSpPr txBox="1"/>
          <p:nvPr/>
        </p:nvSpPr>
        <p:spPr>
          <a:xfrm>
            <a:off x="781050" y="2912134"/>
            <a:ext cx="6096000" cy="2308324"/>
          </a:xfrm>
          <a:prstGeom prst="rect">
            <a:avLst/>
          </a:prstGeom>
          <a:noFill/>
        </p:spPr>
        <p:txBody>
          <a:bodyPr wrap="square">
            <a:spAutoFit/>
          </a:bodyPr>
          <a:lstStyle/>
          <a:p>
            <a:r>
              <a:rPr lang="en-GB"/>
              <a:t>Is the most important Java method.</a:t>
            </a:r>
          </a:p>
          <a:p>
            <a:endParaRPr lang="en-GB"/>
          </a:p>
          <a:p>
            <a:r>
              <a:rPr lang="en-GB"/>
              <a:t>The Java </a:t>
            </a:r>
            <a:r>
              <a:rPr lang="en-GB">
                <a:solidFill>
                  <a:srgbClr val="0075C0"/>
                </a:solidFill>
              </a:rPr>
              <a:t>main</a:t>
            </a:r>
            <a:r>
              <a:rPr lang="en-GB"/>
              <a:t> method is the </a:t>
            </a:r>
            <a:r>
              <a:rPr lang="en-GB">
                <a:solidFill>
                  <a:srgbClr val="0075C0"/>
                </a:solidFill>
              </a:rPr>
              <a:t>entry point</a:t>
            </a:r>
            <a:r>
              <a:rPr lang="en-GB">
                <a:solidFill>
                  <a:srgbClr val="FF6200"/>
                </a:solidFill>
              </a:rPr>
              <a:t> </a:t>
            </a:r>
            <a:r>
              <a:rPr lang="en-GB"/>
              <a:t>of any java program.</a:t>
            </a:r>
          </a:p>
          <a:p>
            <a:endParaRPr lang="en-GB"/>
          </a:p>
          <a:p>
            <a:r>
              <a:rPr lang="en-GB"/>
              <a:t>Java main method accepts a single argument of type String array. This is also called as java command line arguments.</a:t>
            </a:r>
            <a:endParaRPr lang="en-US" dirty="0"/>
          </a:p>
        </p:txBody>
      </p:sp>
      <p:sp>
        <p:nvSpPr>
          <p:cNvPr id="7" name="TextBox 6">
            <a:extLst>
              <a:ext uri="{FF2B5EF4-FFF2-40B4-BE49-F238E27FC236}">
                <a16:creationId xmlns:a16="http://schemas.microsoft.com/office/drawing/2014/main" id="{759CE5DD-A526-3465-AC90-6ECD4628F342}"/>
              </a:ext>
            </a:extLst>
          </p:cNvPr>
          <p:cNvSpPr txBox="1"/>
          <p:nvPr/>
        </p:nvSpPr>
        <p:spPr>
          <a:xfrm>
            <a:off x="838200" y="2025134"/>
            <a:ext cx="9874250" cy="523220"/>
          </a:xfrm>
          <a:prstGeom prst="rect">
            <a:avLst/>
          </a:prstGeom>
          <a:noFill/>
        </p:spPr>
        <p:txBody>
          <a:bodyPr wrap="square">
            <a:spAutoFit/>
          </a:bodyPr>
          <a:lstStyle/>
          <a:p>
            <a:r>
              <a:rPr lang="en-GB" sz="2800" b="1" dirty="0">
                <a:solidFill>
                  <a:srgbClr val="349651"/>
                </a:solidFill>
                <a:latin typeface="Times New Roman" panose="02020603050405020304" pitchFamily="18" charset="0"/>
                <a:cs typeface="Times New Roman" panose="02020603050405020304" pitchFamily="18" charset="0"/>
              </a:rPr>
              <a:t>public static void main (String[] </a:t>
            </a:r>
            <a:r>
              <a:rPr lang="en-GB" sz="2800" b="1" dirty="0" err="1">
                <a:solidFill>
                  <a:srgbClr val="349651"/>
                </a:solidFill>
                <a:latin typeface="Times New Roman" panose="02020603050405020304" pitchFamily="18" charset="0"/>
                <a:cs typeface="Times New Roman" panose="02020603050405020304" pitchFamily="18" charset="0"/>
              </a:rPr>
              <a:t>args</a:t>
            </a:r>
            <a:r>
              <a:rPr lang="en-GB" sz="2800" b="1" dirty="0">
                <a:solidFill>
                  <a:srgbClr val="349651"/>
                </a:solidFill>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146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A0D97-9F55-40AF-8C95-35DB7C942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9F663-AB80-5F11-1CE7-A093B2A8BEDC}"/>
              </a:ext>
            </a:extLst>
          </p:cNvPr>
          <p:cNvSpPr>
            <a:spLocks noGrp="1"/>
          </p:cNvSpPr>
          <p:nvPr>
            <p:ph type="title"/>
          </p:nvPr>
        </p:nvSpPr>
        <p:spPr>
          <a:xfrm>
            <a:off x="472440" y="1091820"/>
            <a:ext cx="11141804" cy="598867"/>
          </a:xfrm>
        </p:spPr>
        <p:txBody>
          <a:bodyPr anchor="ctr">
            <a:normAutofit/>
          </a:bodyPr>
          <a:lstStyle/>
          <a:p>
            <a:r>
              <a:rPr lang="en-US" sz="3400" dirty="0"/>
              <a:t>At the end of each session</a:t>
            </a:r>
          </a:p>
        </p:txBody>
      </p:sp>
      <p:sp>
        <p:nvSpPr>
          <p:cNvPr id="5" name="TextBox 4">
            <a:extLst>
              <a:ext uri="{FF2B5EF4-FFF2-40B4-BE49-F238E27FC236}">
                <a16:creationId xmlns:a16="http://schemas.microsoft.com/office/drawing/2014/main" id="{3BADE831-0A44-E6A2-CE7E-CB5C552A021B}"/>
              </a:ext>
            </a:extLst>
          </p:cNvPr>
          <p:cNvSpPr txBox="1"/>
          <p:nvPr/>
        </p:nvSpPr>
        <p:spPr>
          <a:xfrm>
            <a:off x="635000" y="1951672"/>
            <a:ext cx="6096000" cy="2954655"/>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sz="1400" dirty="0"/>
              <a:t> Take latest changes from main</a:t>
            </a:r>
          </a:p>
          <a:p>
            <a:pPr marL="285750" indent="-285750" algn="just">
              <a:lnSpc>
                <a:spcPct val="200000"/>
              </a:lnSpc>
              <a:buFont typeface="Arial" panose="020B0604020202020204" pitchFamily="34" charset="0"/>
              <a:buChar char="•"/>
            </a:pPr>
            <a:r>
              <a:rPr lang="en-US" sz="1400" dirty="0"/>
              <a:t>Push the local changes from your branch</a:t>
            </a:r>
          </a:p>
          <a:p>
            <a:pPr marL="742950" lvl="1" indent="-285750" algn="just">
              <a:lnSpc>
                <a:spcPct val="200000"/>
              </a:lnSpc>
              <a:buFont typeface="Arial" panose="020B0604020202020204" pitchFamily="34" charset="0"/>
              <a:buChar char="•"/>
            </a:pPr>
            <a:r>
              <a:rPr lang="en-US" sz="1400" dirty="0"/>
              <a:t>git add …</a:t>
            </a:r>
          </a:p>
          <a:p>
            <a:pPr marL="742950" lvl="1" indent="-285750" algn="just">
              <a:lnSpc>
                <a:spcPct val="200000"/>
              </a:lnSpc>
              <a:buFont typeface="Arial" panose="020B0604020202020204" pitchFamily="34" charset="0"/>
              <a:buChar char="•"/>
            </a:pPr>
            <a:r>
              <a:rPr lang="en-US" sz="1400" dirty="0"/>
              <a:t>git commit –m “</a:t>
            </a:r>
            <a:r>
              <a:rPr lang="en-US" sz="1400" dirty="0" err="1"/>
              <a:t>Enter_commit_message</a:t>
            </a:r>
            <a:r>
              <a:rPr lang="en-US" sz="1400" dirty="0"/>
              <a:t>”</a:t>
            </a:r>
          </a:p>
          <a:p>
            <a:pPr marL="742950" lvl="1" indent="-285750" algn="just">
              <a:lnSpc>
                <a:spcPct val="200000"/>
              </a:lnSpc>
              <a:buFont typeface="Arial" panose="020B0604020202020204" pitchFamily="34" charset="0"/>
              <a:buChar char="•"/>
            </a:pPr>
            <a:r>
              <a:rPr lang="en-US" sz="1400" dirty="0"/>
              <a:t>git push</a:t>
            </a:r>
          </a:p>
          <a:p>
            <a:pPr marL="285750" indent="-285750" algn="just">
              <a:lnSpc>
                <a:spcPct val="200000"/>
              </a:lnSpc>
              <a:buFont typeface="Arial" panose="020B0604020202020204" pitchFamily="34" charset="0"/>
              <a:buChar char="•"/>
            </a:pPr>
            <a:r>
              <a:rPr lang="en-US" sz="1400" dirty="0"/>
              <a:t>Check if the changes were pushed by looking in the </a:t>
            </a:r>
            <a:r>
              <a:rPr lang="en-US" sz="1400" dirty="0" err="1"/>
              <a:t>github</a:t>
            </a:r>
            <a:r>
              <a:rPr lang="en-US" sz="1400" dirty="0"/>
              <a:t> portal</a:t>
            </a:r>
          </a:p>
          <a:p>
            <a:endParaRPr lang="en-US" dirty="0"/>
          </a:p>
        </p:txBody>
      </p:sp>
      <p:pic>
        <p:nvPicPr>
          <p:cNvPr id="3" name="Picture 2" descr="Graphical user interface, text, application&#10;&#10;Description automatically generated">
            <a:extLst>
              <a:ext uri="{FF2B5EF4-FFF2-40B4-BE49-F238E27FC236}">
                <a16:creationId xmlns:a16="http://schemas.microsoft.com/office/drawing/2014/main" id="{4E04A218-A75F-6BC7-3925-087F0676585C}"/>
              </a:ext>
            </a:extLst>
          </p:cNvPr>
          <p:cNvPicPr>
            <a:picLocks noChangeAspect="1"/>
          </p:cNvPicPr>
          <p:nvPr/>
        </p:nvPicPr>
        <p:blipFill>
          <a:blip r:embed="rId3"/>
          <a:stretch>
            <a:fillRect/>
          </a:stretch>
        </p:blipFill>
        <p:spPr>
          <a:xfrm>
            <a:off x="6979188" y="1560494"/>
            <a:ext cx="4255469" cy="2364852"/>
          </a:xfrm>
          <a:prstGeom prst="rect">
            <a:avLst/>
          </a:prstGeom>
        </p:spPr>
      </p:pic>
    </p:spTree>
    <p:extLst>
      <p:ext uri="{BB962C8B-B14F-4D97-AF65-F5344CB8AC3E}">
        <p14:creationId xmlns:p14="http://schemas.microsoft.com/office/powerpoint/2010/main" val="2366515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537BF-C6FE-E5B9-38AF-761B58B146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ACE8A-BC45-874A-ED15-22FDC0FB4AB5}"/>
              </a:ext>
            </a:extLst>
          </p:cNvPr>
          <p:cNvSpPr>
            <a:spLocks noGrp="1"/>
          </p:cNvSpPr>
          <p:nvPr>
            <p:ph type="title"/>
          </p:nvPr>
        </p:nvSpPr>
        <p:spPr>
          <a:xfrm>
            <a:off x="472440" y="1091820"/>
            <a:ext cx="11141804" cy="598867"/>
          </a:xfrm>
        </p:spPr>
        <p:txBody>
          <a:bodyPr anchor="ctr">
            <a:normAutofit/>
          </a:bodyPr>
          <a:lstStyle/>
          <a:p>
            <a:r>
              <a:rPr lang="en-US" sz="3400" dirty="0"/>
              <a:t>Git resources</a:t>
            </a:r>
          </a:p>
        </p:txBody>
      </p:sp>
      <p:sp>
        <p:nvSpPr>
          <p:cNvPr id="5" name="TextBox 4">
            <a:extLst>
              <a:ext uri="{FF2B5EF4-FFF2-40B4-BE49-F238E27FC236}">
                <a16:creationId xmlns:a16="http://schemas.microsoft.com/office/drawing/2014/main" id="{CC205613-3834-8A57-F9EA-068406DBD211}"/>
              </a:ext>
            </a:extLst>
          </p:cNvPr>
          <p:cNvSpPr txBox="1"/>
          <p:nvPr/>
        </p:nvSpPr>
        <p:spPr>
          <a:xfrm>
            <a:off x="615950" y="1951672"/>
            <a:ext cx="6096000" cy="2123658"/>
          </a:xfrm>
          <a:prstGeom prst="rect">
            <a:avLst/>
          </a:prstGeom>
          <a:noFill/>
        </p:spPr>
        <p:txBody>
          <a:bodyPr wrap="square">
            <a:spAutoFit/>
          </a:bodyPr>
          <a:lstStyle/>
          <a:p>
            <a:r>
              <a:rPr lang="en-US" sz="1600" dirty="0">
                <a:solidFill>
                  <a:srgbClr val="FF6200"/>
                </a:solidFill>
              </a:rPr>
              <a:t>Git:</a:t>
            </a:r>
          </a:p>
          <a:p>
            <a:pPr marL="285750" indent="-285750">
              <a:buFont typeface="Arial" panose="020B0604020202020204" pitchFamily="34" charset="0"/>
              <a:buChar char="•"/>
            </a:pPr>
            <a:r>
              <a:rPr lang="en-GB" sz="1400" dirty="0">
                <a:hlinkClick r:id="rId3"/>
              </a:rPr>
              <a:t>https://www.atlassian.com/git/tutorials/why-git</a:t>
            </a:r>
            <a:endParaRPr lang="en-GB" sz="1400" dirty="0"/>
          </a:p>
          <a:p>
            <a:pPr marL="285750" indent="-285750">
              <a:buFont typeface="Arial" panose="020B0604020202020204" pitchFamily="34" charset="0"/>
              <a:buChar char="•"/>
            </a:pPr>
            <a:r>
              <a:rPr lang="en-GB" sz="1400" dirty="0">
                <a:hlinkClick r:id="rId4"/>
              </a:rPr>
              <a:t>https://www.atlassian.com/git/tutorials/setting-up-a-repository</a:t>
            </a:r>
            <a:endParaRPr lang="en-GB" sz="1400" dirty="0"/>
          </a:p>
          <a:p>
            <a:pPr marL="285750" indent="-285750">
              <a:buFont typeface="Arial" panose="020B0604020202020204" pitchFamily="34" charset="0"/>
              <a:buChar char="•"/>
            </a:pPr>
            <a:r>
              <a:rPr lang="en-GB" sz="1400" dirty="0">
                <a:hlinkClick r:id="rId5"/>
              </a:rPr>
              <a:t>https://www.atlassian.com/git/tutorials/saving-changes</a:t>
            </a:r>
            <a:endParaRPr lang="en-GB" sz="1400" dirty="0"/>
          </a:p>
          <a:p>
            <a:pPr marL="285750" indent="-285750">
              <a:buFont typeface="Arial" panose="020B0604020202020204" pitchFamily="34" charset="0"/>
              <a:buChar char="•"/>
            </a:pPr>
            <a:r>
              <a:rPr lang="en-GB" sz="1400" dirty="0">
                <a:hlinkClick r:id="rId6"/>
              </a:rPr>
              <a:t>https://www.atlassian.com/git/tutorials/inspecting-a-repository</a:t>
            </a:r>
            <a:endParaRPr lang="en-GB" sz="1400" dirty="0"/>
          </a:p>
          <a:p>
            <a:pPr marL="285750" indent="-285750">
              <a:buFont typeface="Arial" panose="020B0604020202020204" pitchFamily="34" charset="0"/>
              <a:buChar char="•"/>
            </a:pPr>
            <a:r>
              <a:rPr lang="en-GB" sz="1400" dirty="0">
                <a:hlinkClick r:id="rId7"/>
              </a:rPr>
              <a:t>https://www.atlassian.com/git/tutorials/undoing-changes</a:t>
            </a:r>
            <a:endParaRPr lang="en-GB" sz="1400" dirty="0"/>
          </a:p>
          <a:p>
            <a:pPr marL="285750" indent="-285750">
              <a:buFont typeface="Arial" panose="020B0604020202020204" pitchFamily="34" charset="0"/>
              <a:buChar char="•"/>
            </a:pPr>
            <a:r>
              <a:rPr lang="en-GB" sz="1400" dirty="0">
                <a:hlinkClick r:id="rId8"/>
              </a:rPr>
              <a:t>https://www.atlassian.com/git/tutorials/syncing</a:t>
            </a:r>
            <a:endParaRPr lang="en-GB" sz="1400" dirty="0"/>
          </a:p>
          <a:p>
            <a:pPr marL="285750" indent="-285750">
              <a:buFont typeface="Arial" panose="020B0604020202020204" pitchFamily="34" charset="0"/>
              <a:buChar char="•"/>
            </a:pPr>
            <a:r>
              <a:rPr lang="en-GB" sz="1400" dirty="0">
                <a:hlinkClick r:id="rId9"/>
              </a:rPr>
              <a:t>https://www.atlassian.com/git/tutorials/using-branches</a:t>
            </a:r>
            <a:endParaRPr lang="en-GB" sz="1400" dirty="0"/>
          </a:p>
          <a:p>
            <a:endParaRPr lang="en-US" dirty="0"/>
          </a:p>
        </p:txBody>
      </p:sp>
      <p:pic>
        <p:nvPicPr>
          <p:cNvPr id="4" name="Picture 3">
            <a:extLst>
              <a:ext uri="{FF2B5EF4-FFF2-40B4-BE49-F238E27FC236}">
                <a16:creationId xmlns:a16="http://schemas.microsoft.com/office/drawing/2014/main" id="{4BC1E17C-4F73-410B-86A7-9B5862FF9389}"/>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6720" b="96925" l="3159" r="96566">
                        <a14:foregroundMark x1="48694" y1="10036" x2="59066" y2="10251"/>
                        <a14:foregroundMark x1="59066" y1="10251" x2="69780" y2="9795"/>
                        <a14:foregroundMark x1="69780" y1="9795" x2="62088" y2="4100"/>
                        <a14:foregroundMark x1="62088" y1="4100" x2="52198" y2="6720"/>
                        <a14:foregroundMark x1="68956" y1="26196" x2="73626" y2="34396"/>
                        <a14:foregroundMark x1="73626" y1="34396" x2="72940" y2="25626"/>
                        <a14:foregroundMark x1="72940" y1="25626" x2="67582" y2="25057"/>
                        <a14:foregroundMark x1="87775" y1="63781" x2="92995" y2="56150"/>
                        <a14:foregroundMark x1="92995" y1="56150" x2="94231" y2="47494"/>
                        <a14:foregroundMark x1="94231" y1="47494" x2="89973" y2="55923"/>
                        <a14:foregroundMark x1="89973" y1="55923" x2="89698" y2="61845"/>
                        <a14:foregroundMark x1="49659" y1="88741" x2="55632" y2="84396"/>
                        <a14:foregroundMark x1="55632" y1="84396" x2="48710" y2="81474"/>
                        <a14:foregroundMark x1="47802" y1="91800" x2="47802" y2="91800"/>
                        <a14:foregroundMark x1="89973" y1="91230" x2="89011" y2="90888"/>
                        <a14:foregroundMark x1="86813" y1="91230" x2="85852" y2="90888"/>
                        <a14:foregroundMark x1="53297" y1="92597" x2="45400" y2="95216"/>
                        <a14:foregroundMark x1="53833" y1="94655" x2="53022" y2="92027"/>
                        <a14:foregroundMark x1="29725" y1="43768" x2="31319" y2="44419"/>
                        <a14:foregroundMark x1="5956" y1="34059" x2="26125" y2="42297"/>
                        <a14:foregroundMark x1="4086" y1="33295" x2="5124" y2="33719"/>
                        <a14:foregroundMark x1="31319" y1="44419" x2="31868" y2="44989"/>
                        <a14:backgroundMark x1="45879" y1="10478" x2="51099" y2="6036"/>
                        <a14:backgroundMark x1="45879" y1="11048" x2="52335" y2="5695"/>
                        <a14:backgroundMark x1="46154" y1="10820" x2="52335" y2="6264"/>
                        <a14:backgroundMark x1="41621" y1="96241" x2="46841" y2="97380"/>
                        <a14:backgroundMark x1="45604" y1="97153" x2="57280" y2="95786"/>
                        <a14:backgroundMark x1="45879" y1="79954" x2="48077" y2="87699"/>
                        <a14:backgroundMark x1="47115" y1="87244" x2="47527" y2="90433"/>
                        <a14:backgroundMark x1="82830" y1="90661" x2="85165" y2="91230"/>
                        <a14:backgroundMark x1="84753" y1="90091" x2="85852" y2="90205"/>
                        <a14:backgroundMark x1="83242" y1="90888" x2="86126" y2="90888"/>
                        <a14:backgroundMark x1="92995" y1="43280" x2="96566" y2="46811"/>
                        <a14:backgroundMark x1="3709" y1="35763" x2="31456" y2="49772"/>
                        <a14:backgroundMark x1="31456" y1="49772" x2="32005" y2="50342"/>
                        <a14:backgroundMark x1="23764" y1="44077" x2="29945" y2="46583"/>
                        <a14:backgroundMark x1="14545" y1="39646" x2="19643" y2="46355"/>
                        <a14:backgroundMark x1="4670" y1="26651" x2="9963" y2="33616"/>
                        <a14:backgroundMark x1="18129" y1="41110" x2="20467" y2="46925"/>
                        <a14:backgroundMark x1="13187" y1="28815" x2="16130" y2="36135"/>
                        <a14:backgroundMark x1="20467" y1="46925" x2="20604" y2="49317"/>
                        <a14:backgroundMark x1="23489" y1="31549" x2="9890" y2="31777"/>
                        <a14:backgroundMark x1="11364" y1="38347" x2="12088" y2="41572"/>
                        <a14:backgroundMark x1="9890" y1="31777" x2="10337" y2="33769"/>
                        <a14:backgroundMark x1="12088" y1="41572" x2="22115" y2="44305"/>
                        <a14:backgroundMark x1="22848" y1="38880" x2="23901" y2="31093"/>
                        <a14:backgroundMark x1="22115" y1="44305" x2="22316" y2="42820"/>
                        <a14:backgroundMark x1="23901" y1="31093" x2="22527" y2="28588"/>
                        <a14:backgroundMark x1="7007" y1="36567" x2="6456" y2="38724"/>
                        <a14:backgroundMark x1="8929" y1="29043" x2="7969" y2="32802"/>
                        <a14:backgroundMark x1="7475" y1="32600" x2="7555" y2="32118"/>
                        <a14:backgroundMark x1="6456" y1="38724" x2="6827" y2="36493"/>
                        <a14:backgroundMark x1="15110" y1="33599" x2="17210" y2="36577"/>
                        <a14:backgroundMark x1="13883" y1="35218" x2="10302" y2="32005"/>
                        <a14:backgroundMark x1="21311" y1="42410" x2="21429" y2="42597"/>
                        <a14:backgroundMark x1="16621" y1="34966" x2="17783" y2="36811"/>
                        <a14:backgroundMark x1="16748" y1="36388" x2="15934" y2="35308"/>
                        <a14:backgroundMark x1="21429" y1="42597" x2="21278" y2="42396"/>
                        <a14:backgroundMark x1="15934" y1="35308" x2="15797" y2="35308"/>
                        <a14:backgroundMark x1="21661" y1="42553" x2="21703" y2="45216"/>
                        <a14:backgroundMark x1="21566" y1="36560" x2="21595" y2="38368"/>
                        <a14:backgroundMark x1="21431" y1="38301" x2="21291" y2="34738"/>
                        <a14:backgroundMark x1="21703" y1="45216" x2="21597" y2="42527"/>
                        <a14:backgroundMark x1="21291" y1="34738" x2="18681" y2="34966"/>
                        <a14:backgroundMark x1="24349" y1="43651" x2="24451" y2="44647"/>
                        <a14:backgroundMark x1="23764" y1="37927" x2="23906" y2="39312"/>
                        <a14:backgroundMark x1="3022" y1="28815" x2="4438" y2="31359"/>
                        <a14:backgroundMark x1="3984" y1="29954" x2="7692" y2="32574"/>
                        <a14:backgroundMark x1="27747" y1="41002" x2="30907" y2="42825"/>
                        <a14:backgroundMark x1="7555" y1="37927" x2="2747" y2="34738"/>
                        <a14:backgroundMark x1="7005" y1="38269" x2="4670" y2="34738"/>
                        <a14:backgroundMark x1="7692" y1="37130" x2="3984" y2="34510"/>
                        <a14:backgroundMark x1="8516" y1="37130" x2="5769" y2="34966"/>
                        <a14:backgroundMark x1="7280" y1="36902" x2="5632" y2="34510"/>
                        <a14:backgroundMark x1="96429" y1="46014" x2="97115" y2="47608"/>
                      </a14:backgroundRemoval>
                    </a14:imgEffect>
                  </a14:imgLayer>
                </a14:imgProps>
              </a:ext>
            </a:extLst>
          </a:blip>
          <a:stretch>
            <a:fillRect/>
          </a:stretch>
        </p:blipFill>
        <p:spPr>
          <a:xfrm>
            <a:off x="6449176" y="1763131"/>
            <a:ext cx="3478423" cy="4195131"/>
          </a:xfrm>
          <a:prstGeom prst="rect">
            <a:avLst/>
          </a:prstGeom>
        </p:spPr>
      </p:pic>
    </p:spTree>
    <p:extLst>
      <p:ext uri="{BB962C8B-B14F-4D97-AF65-F5344CB8AC3E}">
        <p14:creationId xmlns:p14="http://schemas.microsoft.com/office/powerpoint/2010/main" val="4212280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TSS Roboto">
      <a:majorFont>
        <a:latin typeface="Roboto Medium"/>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defRPr sz="1000" dirty="0" smtClean="0">
            <a:latin typeface="Roboto Light" panose="02000000000000000000" pitchFamily="2" charset="0"/>
            <a:ea typeface="Roboto Light" panose="02000000000000000000" pitchFamily="2" charset="0"/>
          </a:defRPr>
        </a:defPPr>
      </a:lstStyle>
    </a:txDef>
  </a:objectDefaults>
  <a:extraClrSchemeLst/>
  <a:extLst>
    <a:ext uri="{05A4C25C-085E-4340-85A3-A5531E510DB2}">
      <thm15:themeFamily xmlns:thm15="http://schemas.microsoft.com/office/thememl/2012/main" name="ITSS template simple v01 2023 .potx" id="{291087DE-49C5-4F63-8C49-0913628F46B7}" vid="{70AC428F-BEED-44E7-BB71-7F1B8D9107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576DEA48D4D2148B77257000BB46D40" ma:contentTypeVersion="14" ma:contentTypeDescription="Create a new document." ma:contentTypeScope="" ma:versionID="9a9b8eeefed18b16d1f591022d1c4a0a">
  <xsd:schema xmlns:xsd="http://www.w3.org/2001/XMLSchema" xmlns:xs="http://www.w3.org/2001/XMLSchema" xmlns:p="http://schemas.microsoft.com/office/2006/metadata/properties" xmlns:ns2="9fdbb4ac-57f0-4155-9258-15310c4b7c2c" xmlns:ns3="f2327160-3c29-4b32-9d12-d1bf3900ce19" targetNamespace="http://schemas.microsoft.com/office/2006/metadata/properties" ma:root="true" ma:fieldsID="57e3e8a0ee7d57f5f622a22c4dbf388f" ns2:_="" ns3:_="">
    <xsd:import namespace="9fdbb4ac-57f0-4155-9258-15310c4b7c2c"/>
    <xsd:import namespace="f2327160-3c29-4b32-9d12-d1bf3900ce19"/>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bb4ac-57f0-4155-9258-15310c4b7c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040045a-424b-47e5-96a8-15817e74bfc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327160-3c29-4b32-9d12-d1bf3900ce1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448d754-18b9-4bde-a7aa-1238c9d4a016}" ma:internalName="TaxCatchAll" ma:showField="CatchAllData" ma:web="f2327160-3c29-4b32-9d12-d1bf3900ce1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2327160-3c29-4b32-9d12-d1bf3900ce19" xsi:nil="true"/>
    <lcf76f155ced4ddcb4097134ff3c332f xmlns="9fdbb4ac-57f0-4155-9258-15310c4b7c2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05CC669-0EDC-4C1E-8DAA-BB249DEB5110}">
  <ds:schemaRefs>
    <ds:schemaRef ds:uri="http://schemas.microsoft.com/sharepoint/v3/contenttype/forms"/>
  </ds:schemaRefs>
</ds:datastoreItem>
</file>

<file path=customXml/itemProps2.xml><?xml version="1.0" encoding="utf-8"?>
<ds:datastoreItem xmlns:ds="http://schemas.openxmlformats.org/officeDocument/2006/customXml" ds:itemID="{4C6A6C3E-FFE8-4483-9855-C138C5313D4D}">
  <ds:schemaRefs>
    <ds:schemaRef ds:uri="9fdbb4ac-57f0-4155-9258-15310c4b7c2c"/>
    <ds:schemaRef ds:uri="f2327160-3c29-4b32-9d12-d1bf3900ce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4D8D2B7-E63E-47E8-829B-111CFA3DF0BC}">
  <ds:schemaRefs>
    <ds:schemaRef ds:uri="9fdbb4ac-57f0-4155-9258-15310c4b7c2c"/>
    <ds:schemaRef ds:uri="f2327160-3c29-4b32-9d12-d1bf3900ce1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52</TotalTime>
  <Words>456</Words>
  <Application>Microsoft Office PowerPoint</Application>
  <PresentationFormat>Widescreen</PresentationFormat>
  <Paragraphs>55</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Lato</vt:lpstr>
      <vt:lpstr>Roboto</vt:lpstr>
      <vt:lpstr>Roboto Light</vt:lpstr>
      <vt:lpstr>Roboto Medium</vt:lpstr>
      <vt:lpstr>Times New Roman</vt:lpstr>
      <vt:lpstr>Office Theme</vt:lpstr>
      <vt:lpstr>Intro – Way of working Git, Maven, Java</vt:lpstr>
      <vt:lpstr>Git</vt:lpstr>
      <vt:lpstr>Why do we need Git?</vt:lpstr>
      <vt:lpstr>Working with Git</vt:lpstr>
      <vt:lpstr>What is a branch?</vt:lpstr>
      <vt:lpstr>Maven</vt:lpstr>
      <vt:lpstr>Maven – How does it work?</vt:lpstr>
      <vt:lpstr>Let’s jump into Java</vt:lpstr>
      <vt:lpstr>At the end of each session</vt:lpstr>
      <vt:lpstr>Git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Cristian Zainea</dc:creator>
  <cp:lastModifiedBy>Bogdan David</cp:lastModifiedBy>
  <cp:revision>16</cp:revision>
  <dcterms:created xsi:type="dcterms:W3CDTF">2025-05-21T14:36:18Z</dcterms:created>
  <dcterms:modified xsi:type="dcterms:W3CDTF">2025-09-27T11:52:38Z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0x0101003576DEA48D4D2148B77257000BB46D40</vt:lpwstr>
  </property>
  <property fmtid="{D5CDD505-2E9C-101B-9397-08002B2CF9AE}" pid="3" name="MediaServiceImageTags">
    <vt:lpwstr/>
  </property>
</Properties>
</file>